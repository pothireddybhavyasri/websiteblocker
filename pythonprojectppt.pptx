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75" r:id="rId3"/>
    <p:sldId id="276" r:id="rId4"/>
    <p:sldId id="280" r:id="rId5"/>
    <p:sldId id="284" r:id="rId6"/>
    <p:sldId id="279" r:id="rId7"/>
    <p:sldId id="283" r:id="rId8"/>
    <p:sldId id="286" r:id="rId9"/>
    <p:sldId id="285" r:id="rId10"/>
    <p:sldId id="282" r:id="rId11"/>
    <p:sldId id="288" r:id="rId12"/>
    <p:sldId id="289" r:id="rId13"/>
    <p:sldId id="290" r:id="rId14"/>
    <p:sldId id="277" r:id="rId15"/>
    <p:sldId id="281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13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46C67-BCEF-D202-1AAF-484E7FE158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D4F188-9135-73A8-5377-1457E7499D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D511E6-8DC8-6F23-55D1-A2BCD07484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3C659-58A4-4DC4-B8EA-39EBB8BB4DAF}" type="datetimeFigureOut">
              <a:rPr lang="en-IN" smtClean="0"/>
              <a:t>04-07-2025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BEC5D7-0D52-AB5E-2E5C-FC2949A31A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1FA547-EBF1-1333-F939-06308A117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68C24-2AA4-4B3C-A7A1-AB5331C73D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15668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6623D-EF28-8C91-8A3E-9C87532214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77E5E1-1B7C-81A3-92DB-E69595AC2F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10270E-23E4-AC74-3931-C63DDA6E75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3C659-58A4-4DC4-B8EA-39EBB8BB4DAF}" type="datetimeFigureOut">
              <a:rPr lang="en-IN" smtClean="0"/>
              <a:t>04-07-2025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9D22F3-B581-1380-6497-641F0139A1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D20729-0E29-A0FB-19FC-A8FAFCEEA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68C24-2AA4-4B3C-A7A1-AB5331C73D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48094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23FA7E-E37A-0B54-242A-796B4CE75D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A4AE9A-C8D5-A632-0B37-C4C8BE7A5F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25DF50-FFC8-7AB6-18F0-4BBF52C6B7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3C659-58A4-4DC4-B8EA-39EBB8BB4DAF}" type="datetimeFigureOut">
              <a:rPr lang="en-IN" smtClean="0"/>
              <a:t>04-07-2025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7B41BE-0AC3-A216-A097-83A40009FD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ECF059-6200-AD88-3053-2465171C96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68C24-2AA4-4B3C-A7A1-AB5331C73D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67854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C2F929-CAD4-6440-D0CF-647CFFFD8F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C4A281-0ECF-53B0-71EE-B8380D221D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240238-E101-BBA7-5350-FA01E81626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F70AC0-7FCF-0717-EB2C-EF65D3A734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3C659-58A4-4DC4-B8EA-39EBB8BB4DAF}" type="datetimeFigureOut">
              <a:rPr lang="en-IN" smtClean="0"/>
              <a:t>04-07-2025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137C40-F4F0-66D4-8B07-3CAB76E97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16ED39-975D-3633-8A62-45E8A1519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68C24-2AA4-4B3C-A7A1-AB5331C73D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76336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B4877B-A732-BE25-3389-270136E62B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4147D2-E3B8-E968-1D72-C7A0ADA5CC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A22175-FF83-044F-07D4-55570475F5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754125F-C407-3934-6478-BD16C10D3A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D7064A-403C-BE78-70B2-BCD09A2A12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F0C0946-D9A0-38D9-9BC8-CD52BC9C43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3C659-58A4-4DC4-B8EA-39EBB8BB4DAF}" type="datetimeFigureOut">
              <a:rPr lang="en-IN" smtClean="0"/>
              <a:t>04-07-2025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7DE4766-8BCA-5954-97AA-E8110AB4D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D2B58A9-6C1C-99BF-0478-92EC4314E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68C24-2AA4-4B3C-A7A1-AB5331C73D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2755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FE5F9-B8ED-7E11-EC77-D02F50CCEA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9CDC8B-4A58-26A8-C230-40351946C2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3C659-58A4-4DC4-B8EA-39EBB8BB4DAF}" type="datetimeFigureOut">
              <a:rPr lang="en-IN" smtClean="0"/>
              <a:t>04-07-2025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BC2BC5-F067-DF91-383B-75FB242B37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7D180-F68F-EBA0-FAB4-2750BB00C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68C24-2AA4-4B3C-A7A1-AB5331C73D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65914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9AF063-2720-81C1-AD3C-2790965E4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3C659-58A4-4DC4-B8EA-39EBB8BB4DAF}" type="datetimeFigureOut">
              <a:rPr lang="en-IN" smtClean="0"/>
              <a:t>04-07-2025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FFFD0A-6CCE-D40B-8B85-D23E294C0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C1D898-5882-EAA7-2BE9-DA96A9DF9B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68C24-2AA4-4B3C-A7A1-AB5331C73D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73341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96F68F-04A8-771E-1F76-7B28BA57F4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B52788-4EB3-D133-72ED-A2CE6E25EE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B9FA01-30D5-55E0-F853-F6BAE17269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EBF483-2AA6-F2CC-8225-A28A9EFF53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3C659-58A4-4DC4-B8EA-39EBB8BB4DAF}" type="datetimeFigureOut">
              <a:rPr lang="en-IN" smtClean="0"/>
              <a:t>04-07-2025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339F18-FBA0-6A20-AD58-390DEE5FEE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CB1583-CA6E-9749-E885-5E3100D9E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68C24-2AA4-4B3C-A7A1-AB5331C73D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14786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1037BC-0E9D-139F-642E-B20F504382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D85B948-0F2F-17C3-8DA3-2BEB57E466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80FD61-A5C1-D35D-9BAA-A9A1EB8B14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A16770-3E37-00A3-1001-BDCA8188F3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3C659-58A4-4DC4-B8EA-39EBB8BB4DAF}" type="datetimeFigureOut">
              <a:rPr lang="en-IN" smtClean="0"/>
              <a:t>04-07-2025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F6E250-953D-D2F0-3FBE-B113FDF657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2FDABD-E8E1-58F8-BB3E-24120BD7D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68C24-2AA4-4B3C-A7A1-AB5331C73D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42918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DBCF5A-FFE8-A45D-2DB6-1EAD183B2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1B5061-D539-414D-4285-7601679362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7D6887-11F0-F933-4C05-029A459C27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3C659-58A4-4DC4-B8EA-39EBB8BB4DAF}" type="datetimeFigureOut">
              <a:rPr lang="en-IN" smtClean="0"/>
              <a:t>04-07-2025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1F6A42-C382-91FC-175B-5D615C5938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78D52C-3811-4F8F-BAC9-007C0795B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68C24-2AA4-4B3C-A7A1-AB5331C73D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27825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D8E82B0-5954-25A6-D1C6-F21748767B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3E6BD7-3C74-D717-7705-B6A49BA40F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922170-7B36-F6C4-9EA1-28AC942815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3C659-58A4-4DC4-B8EA-39EBB8BB4DAF}" type="datetimeFigureOut">
              <a:rPr lang="en-IN" smtClean="0"/>
              <a:t>04-07-2025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F31872-2372-1FCD-517A-6BD6954525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57DC6F-C9DE-142E-A3B9-F82927640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68C24-2AA4-4B3C-A7A1-AB5331C73D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05976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2629" y="1371600"/>
            <a:ext cx="5935540" cy="2696866"/>
          </a:xfrm>
        </p:spPr>
        <p:txBody>
          <a:bodyPr anchor="t">
            <a:normAutofit/>
          </a:bodyPr>
          <a:lstStyle>
            <a:lvl1pPr algn="l"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2629" y="4584879"/>
            <a:ext cx="593554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D83F1-BF6E-4A98-8153-BAC9ABDE7CE3}" type="datetimeFigureOut">
              <a:rPr lang="en-US" dirty="0"/>
              <a:t>7/4/2025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74113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76E92-E5C8-4FF8-B2BE-A516F6A1724E}" type="datetimeFigureOut">
              <a:rPr lang="en-US" dirty="0"/>
              <a:t>7/4/2025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16384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629" y="1709738"/>
            <a:ext cx="9214884" cy="3159974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2628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DB232-C681-46A2-B21F-2BD21E9CA134}" type="datetimeFigureOut">
              <a:rPr lang="en-US" dirty="0"/>
              <a:t>7/4/2025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744001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14400" y="2849526"/>
            <a:ext cx="5105400" cy="321047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849526"/>
            <a:ext cx="5105400" cy="3210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BE26E-66F9-4E5F-9E07-CA7CDB200281}" type="datetimeFigureOut">
              <a:rPr lang="en-US" dirty="0"/>
              <a:t>7/4/2025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37364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628" y="1371599"/>
            <a:ext cx="10442760" cy="93975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2628" y="2311353"/>
            <a:ext cx="5084947" cy="695372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12628" y="3006725"/>
            <a:ext cx="5084947" cy="318293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2311353"/>
            <a:ext cx="5183188" cy="695372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3006725"/>
            <a:ext cx="5183188" cy="318293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1A01C-F286-49E7-998E-3D5BB613F99A}" type="datetimeFigureOut">
              <a:rPr lang="en-US" dirty="0"/>
              <a:t>7/4/2025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134460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C2C0A-F771-42D9-AAB0-90C3A2B0FEAD}" type="datetimeFigureOut">
              <a:rPr lang="en-US" dirty="0"/>
              <a:t>7/4/2025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281116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2A270-409D-4410-9649-B7481576446C}" type="datetimeFigureOut">
              <a:rPr lang="en-US" dirty="0"/>
              <a:t>7/4/2025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792129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628" y="1463038"/>
            <a:ext cx="3859397" cy="1471548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12628" y="2934586"/>
            <a:ext cx="3859397" cy="293440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00AA3-798A-4433-8927-6E115914B6EF}" type="datetimeFigureOut">
              <a:rPr lang="en-US" dirty="0"/>
              <a:t>7/4/2025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385428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628" y="1463038"/>
            <a:ext cx="3859397" cy="1471548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12628" y="2934586"/>
            <a:ext cx="3859397" cy="293440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22871-0F85-43DC-99D7-CA8E7437E2EC}" type="datetimeFigureOut">
              <a:rPr lang="en-US" dirty="0"/>
              <a:t>7/4/2025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39349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9BE5A2-57A1-4629-B29D-D386573AF9F3}" type="datetimeFigureOut">
              <a:rPr lang="en-US" dirty="0"/>
              <a:t>7/4/2025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246166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98077" y="1401097"/>
            <a:ext cx="2155722" cy="4775865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401097"/>
            <a:ext cx="8232058" cy="4775866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72485-1B57-41B4-A998-97848CC136C2}" type="datetimeFigureOut">
              <a:rPr lang="en-US" dirty="0"/>
              <a:t>7/4/2025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86331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358CD45-C79D-46F5-2273-750611554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7F1F28-9B7E-ACF6-2DDA-FA2228FBD7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68CD1F-9A3F-3D73-36AD-FDA1E8919F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43C659-58A4-4DC4-B8EA-39EBB8BB4DAF}" type="datetimeFigureOut">
              <a:rPr lang="en-IN" smtClean="0"/>
              <a:t>04-07-2025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5BAD42-670C-A784-8A0A-819B8925AA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917FB3-5F99-93D3-5330-324AD9A447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168C24-2AA4-4B3C-A7A1-AB5331C73D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3297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371601"/>
            <a:ext cx="10363200" cy="118757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4399" y="2559171"/>
            <a:ext cx="10363200" cy="33826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12628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E857DF4D-D974-434D-9D64-40B7405DF5F0}" type="datetimeFigureOut">
              <a:rPr lang="en-US" dirty="0"/>
              <a:t>7/4/2025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209B62C-3402-4623-9A7C-AA048B56F8C3}"/>
              </a:ext>
            </a:extLst>
          </p:cNvPr>
          <p:cNvCxnSpPr>
            <a:cxnSpLocks/>
          </p:cNvCxnSpPr>
          <p:nvPr/>
        </p:nvCxnSpPr>
        <p:spPr>
          <a:xfrm>
            <a:off x="990600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49233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  <p15:guide id="5" pos="576">
          <p15:clr>
            <a:srgbClr val="F26B43"/>
          </p15:clr>
        </p15:guide>
        <p15:guide id="6" orient="horz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dataflair/python-website-blocker-control-your-web-access-39ebc82e948d" TargetMode="Externa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8.xml"/><Relationship Id="rId5" Type="http://schemas.openxmlformats.org/officeDocument/2006/relationships/hyperlink" Target="https://docs.python.org/3/library/tkinter.html" TargetMode="External"/><Relationship Id="rId4" Type="http://schemas.openxmlformats.org/officeDocument/2006/relationships/hyperlink" Target="https://docs.python.org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9D4A21-668D-DF73-A51E-6663CF4E2D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AAE24DDB-84AC-9EA7-B3A7-A96CB5A482DC}"/>
              </a:ext>
            </a:extLst>
          </p:cNvPr>
          <p:cNvGrpSpPr>
            <a:grpSpLocks/>
          </p:cNvGrpSpPr>
          <p:nvPr/>
        </p:nvGrpSpPr>
        <p:grpSpPr bwMode="auto">
          <a:xfrm>
            <a:off x="1197236" y="441668"/>
            <a:ext cx="9809451" cy="1067835"/>
            <a:chOff x="1507" y="463"/>
            <a:chExt cx="63749" cy="7095"/>
          </a:xfrm>
        </p:grpSpPr>
        <p:pic>
          <p:nvPicPr>
            <p:cNvPr id="3" name="图片 4">
              <a:extLst>
                <a:ext uri="{FF2B5EF4-FFF2-40B4-BE49-F238E27FC236}">
                  <a16:creationId xmlns:a16="http://schemas.microsoft.com/office/drawing/2014/main" id="{A039DD95-ACEC-82DB-80CB-7A3183504E7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07" y="463"/>
              <a:ext cx="63749" cy="5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" name="文本框 5">
              <a:extLst>
                <a:ext uri="{FF2B5EF4-FFF2-40B4-BE49-F238E27FC236}">
                  <a16:creationId xmlns:a16="http://schemas.microsoft.com/office/drawing/2014/main" id="{B49398FA-9F20-CFF9-D3A4-3F19C8767E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74" y="683"/>
              <a:ext cx="51299" cy="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4800" b="1" i="0" u="none" strike="noStrike" cap="none" normalizeH="0" baseline="0">
                  <a:ln>
                    <a:noFill/>
                  </a:ln>
                  <a:solidFill>
                    <a:srgbClr val="006FBF"/>
                  </a:solidFill>
                  <a:effectLst/>
                  <a:latin typeface="Cambria" panose="02040503050406030204" pitchFamily="18" charset="0"/>
                  <a:ea typeface="Calibri" panose="020F0502020204030204" pitchFamily="34" charset="0"/>
                  <a:cs typeface="Arial" panose="020B0604020202020204" pitchFamily="34" charset="0"/>
                </a:rPr>
                <a:t> </a:t>
              </a:r>
              <a:r>
                <a:rPr kumimoji="0" lang="en-US" altLang="en-US" sz="5400" b="1" i="0" u="none" strike="noStrike" cap="none" normalizeH="0" baseline="0">
                  <a:ln>
                    <a:noFill/>
                  </a:ln>
                  <a:solidFill>
                    <a:srgbClr val="006FBF"/>
                  </a:solidFill>
                  <a:effectLst/>
                  <a:latin typeface="Cambria" panose="02040503050406030204" pitchFamily="18" charset="0"/>
                  <a:ea typeface="Calibri" panose="020F0502020204030204" pitchFamily="34" charset="0"/>
                  <a:cs typeface="Arial" panose="020B0604020202020204" pitchFamily="34" charset="0"/>
                </a:rPr>
                <a:t>ACE</a:t>
              </a:r>
              <a:endParaRPr kumimoji="0" lang="en-US" altLang="en-US" sz="5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ABDE8167-3321-F7D8-EBAD-0B72928287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90071" y="971217"/>
            <a:ext cx="7384586" cy="37548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2295525" algn="l"/>
                <a:tab pos="3330575" algn="ct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2295525" algn="l"/>
                <a:tab pos="3330575" algn="ct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2295525" algn="l"/>
                <a:tab pos="3330575" algn="ct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2295525" algn="l"/>
                <a:tab pos="3330575" algn="ct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2295525" algn="l"/>
                <a:tab pos="3330575" algn="ct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2295525" algn="l"/>
                <a:tab pos="3330575" algn="ct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2295525" algn="l"/>
                <a:tab pos="3330575" algn="ct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2295525" algn="l"/>
                <a:tab pos="3330575" algn="ct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2295525" algn="l"/>
                <a:tab pos="3330575" algn="ct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45720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295525" algn="l"/>
                <a:tab pos="3330575" algn="ctr"/>
              </a:tabLst>
            </a:pPr>
            <a:endParaRPr kumimoji="0" lang="en-US" altLang="en-US" sz="2200" b="1" i="0" u="none" strike="noStrike" cap="none" normalizeH="0" baseline="0">
              <a:ln>
                <a:noFill/>
              </a:ln>
              <a:solidFill>
                <a:srgbClr val="006FBF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45720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295525" algn="l"/>
                <a:tab pos="3330575" algn="ctr"/>
              </a:tabLst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06FBF"/>
                </a:solidFill>
                <a:effectLst/>
                <a:latin typeface="Times New Roman"/>
                <a:ea typeface="Calibri"/>
                <a:cs typeface="Times New Roman"/>
              </a:rPr>
              <a:t> Engineering College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/>
              <a:ea typeface="Calibri"/>
              <a:cs typeface="Times New Roman"/>
            </a:endParaRPr>
          </a:p>
          <a:p>
            <a:pPr marL="0" marR="0" lvl="0" indent="45720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295525" algn="l"/>
                <a:tab pos="3330575" algn="ctr"/>
              </a:tabLst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/>
                <a:ea typeface="Calibri"/>
                <a:cs typeface="Times New Roman"/>
              </a:rPr>
              <a:t>An AUTONOMOUS Institution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/>
              <a:ea typeface="Calibri"/>
              <a:cs typeface="Times New Roman"/>
            </a:endParaRPr>
          </a:p>
          <a:p>
            <a:pPr marL="0" marR="0" lvl="0" indent="45720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295525" algn="l"/>
                <a:tab pos="3330575" algn="ctr"/>
              </a:tabLst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Times New Roman"/>
                <a:ea typeface="Times New Roman" panose="02020603050405020304" pitchFamily="18" charset="0"/>
                <a:cs typeface="Times New Roman"/>
              </a:rPr>
              <a:t>Department Of Computer Science and Engineering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/>
              <a:cs typeface="Times New Roman"/>
            </a:endParaRPr>
          </a:p>
          <a:p>
            <a:pPr algn="ctr"/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Times New Roman"/>
                <a:ea typeface="Calibri"/>
                <a:cs typeface="Times New Roman"/>
              </a:rPr>
              <a:t>I Year </a:t>
            </a:r>
            <a:r>
              <a:rPr kumimoji="0" lang="en-US" altLang="en-US" sz="2400" b="1" i="0" u="none" strike="noStrike" cap="none" normalizeH="0" baseline="0">
                <a:ln>
                  <a:noFill/>
                </a:ln>
                <a:effectLst/>
                <a:latin typeface="Times New Roman"/>
                <a:ea typeface="Calibri"/>
                <a:cs typeface="Times New Roman"/>
              </a:rPr>
              <a:t>B</a:t>
            </a:r>
            <a:r>
              <a:rPr lang="en-US" altLang="en-US" sz="2400" b="1">
                <a:latin typeface="Times New Roman"/>
                <a:ea typeface="Calibri"/>
                <a:cs typeface="Times New Roman"/>
              </a:rPr>
              <a:t> </a:t>
            </a:r>
            <a:r>
              <a:rPr kumimoji="0" lang="en-US" altLang="en-US" sz="2400" b="1" i="0" u="none" strike="noStrike" cap="none" normalizeH="0" baseline="0">
                <a:ln>
                  <a:noFill/>
                </a:ln>
                <a:effectLst/>
                <a:latin typeface="Times New Roman"/>
                <a:ea typeface="Calibri"/>
                <a:cs typeface="Times New Roman"/>
              </a:rPr>
              <a:t>.Tech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Times New Roman"/>
                <a:ea typeface="Calibri"/>
                <a:cs typeface="Times New Roman"/>
              </a:rPr>
              <a:t> 	 	Semester – II	 	Section - A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effectLst/>
              <a:latin typeface="Times New Roman"/>
              <a:ea typeface="Calibri"/>
              <a:cs typeface="Times New Roman"/>
            </a:endParaRPr>
          </a:p>
          <a:p>
            <a:pPr algn="ctr"/>
            <a:r>
              <a:rPr lang="en-US" altLang="en-US" sz="2400" b="1" dirty="0">
                <a:latin typeface="Arial"/>
                <a:ea typeface="Times New Roman" panose="02020603050405020304" pitchFamily="18" charset="0"/>
                <a:cs typeface="Arial"/>
              </a:rPr>
              <a:t>PYTHON PROGRAMMING LAB</a:t>
            </a:r>
            <a:endParaRPr lang="en-US" altLang="en-US" sz="2400" dirty="0">
              <a:latin typeface="Arial"/>
              <a:ea typeface="Times New Roman" panose="02020603050405020304" pitchFamily="18" charset="0"/>
              <a:cs typeface="Arial"/>
            </a:endParaRPr>
          </a:p>
          <a:p>
            <a:pPr algn="ctr"/>
            <a:r>
              <a:rPr lang="en-US" altLang="en-US" sz="2400" b="1" dirty="0">
                <a:latin typeface="Arial"/>
                <a:cs typeface="Arial"/>
              </a:rPr>
              <a:t>REAL TIME PROJECT  </a:t>
            </a:r>
            <a:endParaRPr lang="en-US" altLang="en-US" sz="2400" b="0" i="0" u="none" strike="noStrike" cap="none" normalizeH="0" baseline="0" dirty="0">
              <a:ln>
                <a:noFill/>
              </a:ln>
              <a:effectLst/>
              <a:latin typeface="Arial"/>
              <a:cs typeface="Arial"/>
            </a:endParaRPr>
          </a:p>
          <a:p>
            <a:pPr marL="0" marR="0" lvl="0" indent="45720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295525" algn="l"/>
                <a:tab pos="3330575" algn="ctr"/>
              </a:tabLs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Times New Roman"/>
                <a:ea typeface="Calibri"/>
                <a:cs typeface="Times New Roman"/>
              </a:rPr>
              <a:t>On</a:t>
            </a:r>
            <a:endParaRPr lang="en-US" altLang="en-US" sz="2400" dirty="0">
              <a:latin typeface="Times New Roman"/>
              <a:ea typeface="Calibri"/>
              <a:cs typeface="Times New Roman"/>
            </a:endParaRPr>
          </a:p>
          <a:p>
            <a:pPr algn="ctr"/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Times New Roman"/>
                <a:ea typeface="Calibri"/>
                <a:cs typeface="Times New Roman"/>
              </a:rPr>
              <a:t>“</a:t>
            </a:r>
            <a:r>
              <a:rPr lang="en-US" altLang="en-US" sz="2400" b="1" dirty="0">
                <a:latin typeface="Times New Roman"/>
                <a:ea typeface="Calibri"/>
                <a:cs typeface="Times New Roman"/>
              </a:rPr>
              <a:t>WEBSITE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Times New Roman"/>
                <a:ea typeface="Calibri"/>
                <a:cs typeface="Times New Roman"/>
              </a:rPr>
              <a:t> </a:t>
            </a:r>
            <a:r>
              <a:rPr lang="en-US" altLang="en-US" sz="2400" b="1" dirty="0">
                <a:latin typeface="Times New Roman"/>
                <a:ea typeface="Calibri"/>
                <a:cs typeface="Times New Roman"/>
              </a:rPr>
              <a:t>BLOCKER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Times New Roman"/>
                <a:ea typeface="Calibri"/>
                <a:cs typeface="Times New Roman"/>
              </a:rPr>
              <a:t>”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effectLst/>
              <a:latin typeface="Times New Roman"/>
              <a:ea typeface="Calibri"/>
              <a:cs typeface="Times New Roman"/>
            </a:endParaRPr>
          </a:p>
          <a:p>
            <a:pPr marL="0" marR="0" lvl="0" indent="45720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295525" algn="l"/>
                <a:tab pos="3330575" algn="ctr"/>
              </a:tabLst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Times New Roman"/>
                <a:ea typeface="Calibri"/>
                <a:cs typeface="Times New Roman"/>
              </a:rPr>
              <a:t>By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effectLst/>
              <a:latin typeface="Times New Roman"/>
              <a:ea typeface="Calibri"/>
              <a:cs typeface="Times New Roman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982A8AD-0C7D-98FF-3DBF-ADA828D49A7D}"/>
              </a:ext>
            </a:extLst>
          </p:cNvPr>
          <p:cNvSpPr/>
          <p:nvPr/>
        </p:nvSpPr>
        <p:spPr>
          <a:xfrm>
            <a:off x="570271" y="4906297"/>
            <a:ext cx="3795252" cy="147411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IN" b="1" dirty="0"/>
              <a:t>*co Ordinator :</a:t>
            </a:r>
            <a:endParaRPr lang="en-IN" dirty="0"/>
          </a:p>
          <a:p>
            <a:pPr algn="ctr"/>
            <a:r>
              <a:rPr lang="en-IN" b="1" dirty="0"/>
              <a:t>BN REDDY SIR </a:t>
            </a:r>
          </a:p>
          <a:p>
            <a:pPr algn="ctr"/>
            <a:r>
              <a:rPr lang="en-IN" b="1" dirty="0"/>
              <a:t>CSE DEPARTMENT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AE22F77-E3E6-C529-A5EE-50E9C89C1454}"/>
              </a:ext>
            </a:extLst>
          </p:cNvPr>
          <p:cNvSpPr/>
          <p:nvPr/>
        </p:nvSpPr>
        <p:spPr>
          <a:xfrm>
            <a:off x="6479145" y="5240439"/>
            <a:ext cx="3498788" cy="1024128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IN" dirty="0"/>
              <a:t>24AG1A0502-AMITH</a:t>
            </a:r>
          </a:p>
          <a:p>
            <a:pPr algn="ctr"/>
            <a:r>
              <a:rPr lang="en-IN" dirty="0"/>
              <a:t>24AG1A0546-BHAVYA SRI.P</a:t>
            </a:r>
          </a:p>
          <a:p>
            <a:pPr algn="ctr"/>
            <a:r>
              <a:rPr lang="en-IN" dirty="0"/>
              <a:t>24AG1A0553-R.DHARANI REDDY</a:t>
            </a:r>
          </a:p>
        </p:txBody>
      </p:sp>
    </p:spTree>
    <p:extLst>
      <p:ext uri="{BB962C8B-B14F-4D97-AF65-F5344CB8AC3E}">
        <p14:creationId xmlns:p14="http://schemas.microsoft.com/office/powerpoint/2010/main" val="6218817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54F8B8B-8621-AF61-3ECE-30D374EFED55}"/>
              </a:ext>
            </a:extLst>
          </p:cNvPr>
          <p:cNvSpPr/>
          <p:nvPr/>
        </p:nvSpPr>
        <p:spPr>
          <a:xfrm>
            <a:off x="34135" y="170676"/>
            <a:ext cx="10240594" cy="179210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blue and white logo&#10;&#10;AI-generated content may be incorrect.">
            <a:extLst>
              <a:ext uri="{FF2B5EF4-FFF2-40B4-BE49-F238E27FC236}">
                <a16:creationId xmlns:a16="http://schemas.microsoft.com/office/drawing/2014/main" id="{788F9D83-2CA7-EA91-3E32-8BA5FEA92D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1881" y="-3023"/>
            <a:ext cx="1905000" cy="1905000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C96F73D-A390-BFB3-9F62-DC67EC79990D}"/>
              </a:ext>
            </a:extLst>
          </p:cNvPr>
          <p:cNvSpPr/>
          <p:nvPr/>
        </p:nvSpPr>
        <p:spPr>
          <a:xfrm>
            <a:off x="398335" y="166376"/>
            <a:ext cx="9489617" cy="14507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0" baseline="0">
                <a:solidFill>
                  <a:srgbClr val="FFFFFF"/>
                </a:solidFill>
                <a:latin typeface="Grandview Display"/>
              </a:rPr>
              <a:t>Website blocker</a:t>
            </a:r>
            <a:endParaRPr lang="en-US" sz="8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061BBF0-B570-0AA9-ACAA-6B7AE0FE34F6}"/>
              </a:ext>
            </a:extLst>
          </p:cNvPr>
          <p:cNvSpPr txBox="1"/>
          <p:nvPr/>
        </p:nvSpPr>
        <p:spPr>
          <a:xfrm>
            <a:off x="648571" y="2123511"/>
            <a:ext cx="10737849" cy="504753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400" dirty="0">
                <a:solidFill>
                  <a:schemeClr val="accent1"/>
                </a:solidFill>
                <a:ea typeface="+mn-lt"/>
                <a:cs typeface="+mn-lt"/>
              </a:rPr>
              <a:t>. A website blocker is a tool that prevents users from accessing specified websites by modifying the system’s host file.</a:t>
            </a:r>
          </a:p>
          <a:p>
            <a:r>
              <a:rPr lang="en-US" sz="4400" dirty="0">
                <a:solidFill>
                  <a:schemeClr val="accent1"/>
                </a:solidFill>
                <a:ea typeface="+mn-lt"/>
                <a:cs typeface="+mn-lt"/>
              </a:rPr>
              <a:t> This project implements a simple GUI-based website blocker using Python and </a:t>
            </a:r>
            <a:r>
              <a:rPr lang="en-US" sz="4400" err="1">
                <a:solidFill>
                  <a:schemeClr val="accent1"/>
                </a:solidFill>
                <a:ea typeface="+mn-lt"/>
                <a:cs typeface="+mn-lt"/>
              </a:rPr>
              <a:t>Tkinter</a:t>
            </a:r>
            <a:r>
              <a:rPr lang="en-US" sz="4400" dirty="0">
                <a:solidFill>
                  <a:schemeClr val="accent1"/>
                </a:solidFill>
                <a:ea typeface="+mn-lt"/>
                <a:cs typeface="+mn-lt"/>
              </a:rPr>
              <a:t>.</a:t>
            </a:r>
            <a:endParaRPr lang="en-US" sz="4400">
              <a:solidFill>
                <a:schemeClr val="accent1"/>
              </a:solidFill>
            </a:endParaRPr>
          </a:p>
          <a:p>
            <a:endParaRPr lang="en-US" sz="4000" dirty="0">
              <a:solidFill>
                <a:schemeClr val="accent1"/>
              </a:solidFill>
            </a:endParaRPr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31010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4AC495-9F09-762E-CF71-319E7CF186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B802CBE-9935-E4F2-5F2B-B2EF7413CF15}"/>
              </a:ext>
            </a:extLst>
          </p:cNvPr>
          <p:cNvSpPr/>
          <p:nvPr/>
        </p:nvSpPr>
        <p:spPr>
          <a:xfrm>
            <a:off x="34135" y="170676"/>
            <a:ext cx="10240594" cy="179210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  <p:pic>
        <p:nvPicPr>
          <p:cNvPr id="3" name="Picture 2" descr="A blue and white logo&#10;&#10;AI-generated content may be incorrect.">
            <a:extLst>
              <a:ext uri="{FF2B5EF4-FFF2-40B4-BE49-F238E27FC236}">
                <a16:creationId xmlns:a16="http://schemas.microsoft.com/office/drawing/2014/main" id="{26522867-A467-CE75-1C5D-2FB53A0B30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1881" y="-3023"/>
            <a:ext cx="1905000" cy="1905000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88E9AB9-F4E5-64F7-C7C9-90268DB13148}"/>
              </a:ext>
            </a:extLst>
          </p:cNvPr>
          <p:cNvSpPr/>
          <p:nvPr/>
        </p:nvSpPr>
        <p:spPr>
          <a:xfrm>
            <a:off x="398335" y="166376"/>
            <a:ext cx="9489617" cy="14507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D96FCC-5786-0D88-6D21-49292F476E31}"/>
              </a:ext>
            </a:extLst>
          </p:cNvPr>
          <p:cNvSpPr txBox="1"/>
          <p:nvPr/>
        </p:nvSpPr>
        <p:spPr>
          <a:xfrm>
            <a:off x="921653" y="614435"/>
            <a:ext cx="8531154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randview Display"/>
                <a:ea typeface="+mn-ea"/>
                <a:cs typeface="+mn-cs"/>
              </a:rPr>
              <a:t>TECHNOLOGIES USED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BEDED48-2F3E-6CC9-6830-53867EA47FA1}"/>
              </a:ext>
            </a:extLst>
          </p:cNvPr>
          <p:cNvSpPr txBox="1"/>
          <p:nvPr/>
        </p:nvSpPr>
        <p:spPr>
          <a:xfrm>
            <a:off x="733909" y="1945712"/>
            <a:ext cx="7646310" cy="467820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1973EB"/>
                </a:solidFill>
                <a:effectLst/>
                <a:uLnTx/>
                <a:uFillTx/>
                <a:latin typeface="Grandview Display"/>
                <a:ea typeface="+mn-lt"/>
                <a:cs typeface="+mn-lt"/>
              </a:rPr>
              <a:t>Technologies Used: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srgbClr val="1973EB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1973EB"/>
                </a:solidFill>
                <a:effectLst/>
                <a:uLnTx/>
                <a:uFillTx/>
                <a:latin typeface="Grandview Display"/>
                <a:ea typeface="+mn-lt"/>
                <a:cs typeface="+mn-lt"/>
              </a:rPr>
              <a:t>Language:</a:t>
            </a: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1973EB"/>
                </a:solidFill>
                <a:effectLst/>
                <a:uLnTx/>
                <a:uFillTx/>
                <a:latin typeface="Grandview Display"/>
                <a:ea typeface="+mn-lt"/>
                <a:cs typeface="+mn-lt"/>
              </a:rPr>
              <a:t> Python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srgbClr val="1973EB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1973EB"/>
                </a:solidFill>
                <a:effectLst/>
                <a:uLnTx/>
                <a:uFillTx/>
                <a:latin typeface="Grandview Display"/>
                <a:ea typeface="+mn-lt"/>
                <a:cs typeface="+mn-lt"/>
              </a:rPr>
              <a:t>GUI:</a:t>
            </a: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1973EB"/>
                </a:solidFill>
                <a:effectLst/>
                <a:uLnTx/>
                <a:uFillTx/>
                <a:latin typeface="Grandview Display"/>
                <a:ea typeface="+mn-lt"/>
                <a:cs typeface="+mn-lt"/>
              </a:rPr>
              <a:t> </a:t>
            </a:r>
            <a:r>
              <a:rPr kumimoji="0" lang="en-US" sz="4000" b="0" i="0" u="none" strike="noStrike" kern="1200" cap="none" spc="0" normalizeH="0" baseline="0" noProof="0" err="1">
                <a:ln>
                  <a:noFill/>
                </a:ln>
                <a:solidFill>
                  <a:srgbClr val="1973EB"/>
                </a:solidFill>
                <a:effectLst/>
                <a:uLnTx/>
                <a:uFillTx/>
                <a:latin typeface="Grandview Display"/>
                <a:ea typeface="+mn-lt"/>
                <a:cs typeface="+mn-lt"/>
              </a:rPr>
              <a:t>Tkinter</a:t>
            </a: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1973EB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1973EB"/>
                </a:solidFill>
                <a:effectLst/>
                <a:uLnTx/>
                <a:uFillTx/>
                <a:latin typeface="Grandview Display"/>
                <a:ea typeface="+mn-lt"/>
                <a:cs typeface="+mn-lt"/>
              </a:rPr>
              <a:t>File Operations:</a:t>
            </a: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1973EB"/>
                </a:solidFill>
                <a:effectLst/>
                <a:uLnTx/>
                <a:uFillTx/>
                <a:latin typeface="Grandview Display"/>
                <a:ea typeface="+mn-lt"/>
                <a:cs typeface="+mn-lt"/>
              </a:rPr>
              <a:t> Python built-in file handling</a:t>
            </a: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1973EB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1973EB"/>
                </a:solidFill>
                <a:effectLst/>
                <a:uLnTx/>
                <a:uFillTx/>
                <a:latin typeface="Grandview Display"/>
                <a:ea typeface="+mn-lt"/>
                <a:cs typeface="+mn-lt"/>
              </a:rPr>
              <a:t>OS Interaction:</a:t>
            </a: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1973EB"/>
                </a:solidFill>
                <a:effectLst/>
                <a:uLnTx/>
                <a:uFillTx/>
                <a:latin typeface="Grandview Display"/>
                <a:ea typeface="+mn-lt"/>
                <a:cs typeface="+mn-lt"/>
              </a:rPr>
              <a:t> Host file manipulation</a:t>
            </a: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1973EB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508625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9087BF-1700-8F00-0013-9DA10D4D07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4FA5023-45F9-0D23-9C1A-857A4F09F1CC}"/>
              </a:ext>
            </a:extLst>
          </p:cNvPr>
          <p:cNvSpPr/>
          <p:nvPr/>
        </p:nvSpPr>
        <p:spPr>
          <a:xfrm>
            <a:off x="34135" y="170676"/>
            <a:ext cx="10240594" cy="179210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blue and white logo&#10;&#10;AI-generated content may be incorrect.">
            <a:extLst>
              <a:ext uri="{FF2B5EF4-FFF2-40B4-BE49-F238E27FC236}">
                <a16:creationId xmlns:a16="http://schemas.microsoft.com/office/drawing/2014/main" id="{174C1437-5913-3522-744B-98643210A4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1881" y="-3023"/>
            <a:ext cx="1905000" cy="1905000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1335E14-5BC1-93BC-E2B4-6AEDAC733E6B}"/>
              </a:ext>
            </a:extLst>
          </p:cNvPr>
          <p:cNvSpPr/>
          <p:nvPr/>
        </p:nvSpPr>
        <p:spPr>
          <a:xfrm>
            <a:off x="398335" y="166376"/>
            <a:ext cx="9489617" cy="14507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18298C-EB80-C381-4257-EC79356CEAEC}"/>
              </a:ext>
            </a:extLst>
          </p:cNvPr>
          <p:cNvSpPr txBox="1"/>
          <p:nvPr/>
        </p:nvSpPr>
        <p:spPr>
          <a:xfrm>
            <a:off x="400214" y="1718054"/>
            <a:ext cx="10619311" cy="555207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/>
              <a:t>✅ Simple Algorithm: Website Blocker</a:t>
            </a:r>
          </a:p>
          <a:p>
            <a:pPr marL="285750" indent="-285750">
              <a:buFont typeface="Arial"/>
              <a:buChar char="•"/>
            </a:pPr>
            <a:r>
              <a:rPr lang="en-US" sz="2400" b="1" dirty="0">
                <a:ea typeface="+mn-lt"/>
                <a:cs typeface="+mn-lt"/>
              </a:rPr>
              <a:t>Start</a:t>
            </a:r>
            <a:endParaRPr lang="en-US" sz="2400" dirty="0"/>
          </a:p>
          <a:p>
            <a:pPr marL="285750" indent="-285750">
              <a:buFont typeface="Arial"/>
              <a:buChar char="•"/>
            </a:pPr>
            <a:r>
              <a:rPr lang="en-US" sz="2400" b="1" dirty="0">
                <a:ea typeface="+mn-lt"/>
                <a:cs typeface="+mn-lt"/>
              </a:rPr>
              <a:t>Set the websites to block</a:t>
            </a:r>
            <a:r>
              <a:rPr lang="en-US" sz="2400" dirty="0">
                <a:ea typeface="+mn-lt"/>
                <a:cs typeface="+mn-lt"/>
              </a:rPr>
              <a:t> (like </a:t>
            </a:r>
            <a:r>
              <a:rPr lang="en-US" sz="2400" dirty="0">
                <a:latin typeface="Consolas"/>
              </a:rPr>
              <a:t>facebook.com</a:t>
            </a:r>
            <a:r>
              <a:rPr lang="en-US" sz="2400" dirty="0">
                <a:ea typeface="+mn-lt"/>
                <a:cs typeface="+mn-lt"/>
              </a:rPr>
              <a:t>, </a:t>
            </a:r>
            <a:r>
              <a:rPr lang="en-US" sz="2400" dirty="0">
                <a:latin typeface="Consolas"/>
              </a:rPr>
              <a:t>youtube.com</a:t>
            </a:r>
            <a:r>
              <a:rPr lang="en-US" sz="2400" dirty="0">
                <a:ea typeface="+mn-lt"/>
                <a:cs typeface="+mn-lt"/>
              </a:rPr>
              <a:t>)</a:t>
            </a:r>
            <a:endParaRPr lang="en-US" sz="2400" dirty="0"/>
          </a:p>
          <a:p>
            <a:pPr marL="285750" indent="-285750">
              <a:buFont typeface="Arial"/>
              <a:buChar char="•"/>
            </a:pPr>
            <a:r>
              <a:rPr lang="en-US" sz="2400" b="1" dirty="0">
                <a:ea typeface="+mn-lt"/>
                <a:cs typeface="+mn-lt"/>
              </a:rPr>
              <a:t>Set working hours</a:t>
            </a:r>
            <a:r>
              <a:rPr lang="en-US" sz="2400" dirty="0">
                <a:ea typeface="+mn-lt"/>
                <a:cs typeface="+mn-lt"/>
              </a:rPr>
              <a:t> (e.g., from 9 AM to 5 PM)</a:t>
            </a:r>
            <a:endParaRPr lang="en-US" sz="2400" dirty="0"/>
          </a:p>
          <a:p>
            <a:pPr marL="285750" indent="-285750">
              <a:buFont typeface="Arial"/>
              <a:buChar char="•"/>
            </a:pPr>
            <a:r>
              <a:rPr lang="en-US" sz="2400" b="1" dirty="0">
                <a:ea typeface="+mn-lt"/>
                <a:cs typeface="+mn-lt"/>
              </a:rPr>
              <a:t>Repeat Forever</a:t>
            </a:r>
            <a:endParaRPr lang="en-US" sz="2400" dirty="0"/>
          </a:p>
          <a:p>
            <a:pPr marL="742950" lvl="1" indent="-285750">
              <a:buFont typeface="Arial"/>
              <a:buChar char="•"/>
            </a:pPr>
            <a:r>
              <a:rPr lang="en-US" sz="2400" dirty="0">
                <a:ea typeface="+mn-lt"/>
                <a:cs typeface="+mn-lt"/>
              </a:rPr>
              <a:t>Get the current time</a:t>
            </a:r>
            <a:endParaRPr lang="en-US" sz="2400" dirty="0"/>
          </a:p>
          <a:p>
            <a:pPr marL="742950" lvl="1" indent="-285750">
              <a:buFont typeface="Arial"/>
              <a:buChar char="•"/>
            </a:pPr>
            <a:r>
              <a:rPr lang="en-US" sz="2400" dirty="0">
                <a:ea typeface="+mn-lt"/>
                <a:cs typeface="+mn-lt"/>
              </a:rPr>
              <a:t>If current time is </a:t>
            </a:r>
            <a:r>
              <a:rPr lang="en-US" sz="2400" b="1" dirty="0">
                <a:ea typeface="+mn-lt"/>
                <a:cs typeface="+mn-lt"/>
              </a:rPr>
              <a:t>within working hours</a:t>
            </a:r>
            <a:r>
              <a:rPr lang="en-US" sz="2400" dirty="0">
                <a:ea typeface="+mn-lt"/>
                <a:cs typeface="+mn-lt"/>
              </a:rPr>
              <a:t>:</a:t>
            </a:r>
            <a:endParaRPr lang="en-US" sz="2400" dirty="0"/>
          </a:p>
          <a:p>
            <a:pPr marL="1200150" lvl="2" indent="-285750">
              <a:buFont typeface="Arial"/>
              <a:buChar char="•"/>
            </a:pPr>
            <a:r>
              <a:rPr lang="en-US" sz="2400" dirty="0">
                <a:ea typeface="+mn-lt"/>
                <a:cs typeface="+mn-lt"/>
              </a:rPr>
              <a:t>Open the hosts file</a:t>
            </a:r>
            <a:endParaRPr lang="en-US" sz="2400" dirty="0"/>
          </a:p>
          <a:p>
            <a:pPr marL="1200150" lvl="2" indent="-285750">
              <a:buFont typeface="Arial"/>
              <a:buChar char="•"/>
            </a:pPr>
            <a:r>
              <a:rPr lang="en-US" sz="2400" dirty="0">
                <a:ea typeface="+mn-lt"/>
                <a:cs typeface="+mn-lt"/>
              </a:rPr>
              <a:t>Add blocked websites if not already present</a:t>
            </a:r>
            <a:endParaRPr lang="en-US" sz="2400" dirty="0"/>
          </a:p>
          <a:p>
            <a:pPr marL="742950" lvl="1" indent="-285750">
              <a:buFont typeface="Arial"/>
              <a:buChar char="•"/>
            </a:pPr>
            <a:r>
              <a:rPr lang="en-US" sz="2400" dirty="0">
                <a:ea typeface="+mn-lt"/>
                <a:cs typeface="+mn-lt"/>
              </a:rPr>
              <a:t>Else (outside working hours):</a:t>
            </a:r>
            <a:endParaRPr lang="en-US" sz="2400" dirty="0"/>
          </a:p>
          <a:p>
            <a:pPr marL="1200150" lvl="2" indent="-285750">
              <a:buFont typeface="Arial"/>
              <a:buChar char="•"/>
            </a:pPr>
            <a:r>
              <a:rPr lang="en-US" sz="2400" dirty="0">
                <a:ea typeface="+mn-lt"/>
                <a:cs typeface="+mn-lt"/>
              </a:rPr>
              <a:t>Open the hosts file</a:t>
            </a:r>
            <a:endParaRPr lang="en-US" sz="2400" dirty="0"/>
          </a:p>
          <a:p>
            <a:pPr marL="1200150" lvl="2" indent="-285750">
              <a:buFont typeface="Arial"/>
              <a:buChar char="•"/>
            </a:pPr>
            <a:r>
              <a:rPr lang="en-US" sz="2400" dirty="0">
                <a:ea typeface="+mn-lt"/>
                <a:cs typeface="+mn-lt"/>
              </a:rPr>
              <a:t>Remove the blocked websites if present</a:t>
            </a:r>
            <a:endParaRPr lang="en-US" sz="2400" dirty="0"/>
          </a:p>
          <a:p>
            <a:pPr marL="742950" lvl="1" indent="-285750">
              <a:buFont typeface="Arial"/>
              <a:buChar char="•"/>
            </a:pPr>
            <a:r>
              <a:rPr lang="en-US" sz="2400" dirty="0">
                <a:ea typeface="+mn-lt"/>
                <a:cs typeface="+mn-lt"/>
              </a:rPr>
              <a:t>Wait for 5 minutes</a:t>
            </a:r>
            <a:endParaRPr lang="en-US" sz="2400" dirty="0"/>
          </a:p>
          <a:p>
            <a:pPr marL="285750" indent="-285750">
              <a:buFont typeface="Arial"/>
              <a:buChar char="•"/>
            </a:pPr>
            <a:r>
              <a:rPr lang="en-US" sz="2400" b="1" dirty="0">
                <a:ea typeface="+mn-lt"/>
                <a:cs typeface="+mn-lt"/>
              </a:rPr>
              <a:t>Go back to step 4</a:t>
            </a:r>
            <a:endParaRPr lang="en-US" sz="2400" dirty="0"/>
          </a:p>
          <a:p>
            <a:pPr algn="l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26CDAA1-AA31-A8F5-9C6A-818DBA24337A}"/>
              </a:ext>
            </a:extLst>
          </p:cNvPr>
          <p:cNvSpPr txBox="1"/>
          <p:nvPr/>
        </p:nvSpPr>
        <p:spPr>
          <a:xfrm>
            <a:off x="385970" y="426691"/>
            <a:ext cx="10061591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ALGORITHM FOR WEBSITE BLOCKER</a:t>
            </a:r>
          </a:p>
        </p:txBody>
      </p:sp>
    </p:spTree>
    <p:extLst>
      <p:ext uri="{BB962C8B-B14F-4D97-AF65-F5344CB8AC3E}">
        <p14:creationId xmlns:p14="http://schemas.microsoft.com/office/powerpoint/2010/main" val="1954012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1E559F-4DCE-FB31-770D-CCCC3A95B2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7BDB62C-DE69-6DC6-E5D5-A8A7FA079655}"/>
              </a:ext>
            </a:extLst>
          </p:cNvPr>
          <p:cNvSpPr/>
          <p:nvPr/>
        </p:nvSpPr>
        <p:spPr>
          <a:xfrm>
            <a:off x="34135" y="170676"/>
            <a:ext cx="10240594" cy="179210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blue and white logo&#10;&#10;AI-generated content may be incorrect.">
            <a:extLst>
              <a:ext uri="{FF2B5EF4-FFF2-40B4-BE49-F238E27FC236}">
                <a16:creationId xmlns:a16="http://schemas.microsoft.com/office/drawing/2014/main" id="{9AA17404-4A69-3E8A-D74F-E55E8028B7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1881" y="-3023"/>
            <a:ext cx="1905000" cy="1905000"/>
          </a:xfrm>
          <a:prstGeom prst="rect">
            <a:avLst/>
          </a:prstGeom>
        </p:spPr>
      </p:pic>
      <p:pic>
        <p:nvPicPr>
          <p:cNvPr id="5" name="Picture 4" descr="A diagram of a work flow&#10;&#10;AI-generated content may be incorrect.">
            <a:extLst>
              <a:ext uri="{FF2B5EF4-FFF2-40B4-BE49-F238E27FC236}">
                <a16:creationId xmlns:a16="http://schemas.microsoft.com/office/drawing/2014/main" id="{D4A19113-3705-28D8-4724-568FE1FCF6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7715" y="0"/>
            <a:ext cx="8019142" cy="6858000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9142875-7C40-570F-8101-44DCEC8F4DA8}"/>
              </a:ext>
            </a:extLst>
          </p:cNvPr>
          <p:cNvSpPr/>
          <p:nvPr/>
        </p:nvSpPr>
        <p:spPr>
          <a:xfrm>
            <a:off x="10360068" y="2065186"/>
            <a:ext cx="768044" cy="467653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73A4356-789B-7FA6-17E5-73C3EAE7FDEA}"/>
              </a:ext>
            </a:extLst>
          </p:cNvPr>
          <p:cNvSpPr txBox="1"/>
          <p:nvPr/>
        </p:nvSpPr>
        <p:spPr>
          <a:xfrm>
            <a:off x="10547812" y="2304133"/>
            <a:ext cx="409623" cy="424731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800" dirty="0">
                <a:solidFill>
                  <a:schemeClr val="bg1"/>
                </a:solidFill>
              </a:rPr>
              <a:t>F</a:t>
            </a:r>
          </a:p>
          <a:p>
            <a:r>
              <a:rPr lang="en-US" sz="2800" dirty="0">
                <a:solidFill>
                  <a:schemeClr val="bg1"/>
                </a:solidFill>
              </a:rPr>
              <a:t>L</a:t>
            </a:r>
          </a:p>
          <a:p>
            <a:r>
              <a:rPr lang="en-US" sz="2800" dirty="0">
                <a:solidFill>
                  <a:schemeClr val="bg1"/>
                </a:solidFill>
              </a:rPr>
              <a:t>O</a:t>
            </a:r>
          </a:p>
          <a:p>
            <a:r>
              <a:rPr lang="en-US" sz="2800" dirty="0">
                <a:solidFill>
                  <a:schemeClr val="bg1"/>
                </a:solidFill>
              </a:rPr>
              <a:t>W</a:t>
            </a:r>
          </a:p>
          <a:p>
            <a:r>
              <a:rPr lang="en-US" sz="2800" dirty="0">
                <a:solidFill>
                  <a:schemeClr val="bg1"/>
                </a:solidFill>
              </a:rPr>
              <a:t>C</a:t>
            </a:r>
          </a:p>
          <a:p>
            <a:r>
              <a:rPr lang="en-US" sz="2800" dirty="0">
                <a:solidFill>
                  <a:schemeClr val="bg1"/>
                </a:solidFill>
              </a:rPr>
              <a:t>H</a:t>
            </a:r>
          </a:p>
          <a:p>
            <a:r>
              <a:rPr lang="en-US" sz="2800" dirty="0">
                <a:solidFill>
                  <a:schemeClr val="bg1"/>
                </a:solidFill>
              </a:rPr>
              <a:t>A</a:t>
            </a:r>
          </a:p>
          <a:p>
            <a:r>
              <a:rPr lang="en-US" sz="2800" dirty="0">
                <a:solidFill>
                  <a:schemeClr val="bg1"/>
                </a:solidFill>
              </a:rPr>
              <a:t>R</a:t>
            </a:r>
          </a:p>
          <a:p>
            <a:r>
              <a:rPr lang="en-US" sz="2800" dirty="0">
                <a:solidFill>
                  <a:schemeClr val="bg1"/>
                </a:solidFill>
              </a:rPr>
              <a:t>T</a:t>
            </a:r>
          </a:p>
          <a:p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01971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3FCE6C-505F-E568-D8A9-E4973D0C58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A1148E1-46FD-19E4-1501-B3226E37797D}"/>
              </a:ext>
            </a:extLst>
          </p:cNvPr>
          <p:cNvSpPr/>
          <p:nvPr/>
        </p:nvSpPr>
        <p:spPr>
          <a:xfrm>
            <a:off x="34135" y="170676"/>
            <a:ext cx="10240594" cy="179210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blue and white logo&#10;&#10;AI-generated content may be incorrect.">
            <a:extLst>
              <a:ext uri="{FF2B5EF4-FFF2-40B4-BE49-F238E27FC236}">
                <a16:creationId xmlns:a16="http://schemas.microsoft.com/office/drawing/2014/main" id="{10F2E8C6-B4F5-0B67-203A-BEF58503C1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1881" y="-3023"/>
            <a:ext cx="1905000" cy="1905000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2508C9E-3C65-9D47-8A52-1B3D59FA9B24}"/>
              </a:ext>
            </a:extLst>
          </p:cNvPr>
          <p:cNvSpPr/>
          <p:nvPr/>
        </p:nvSpPr>
        <p:spPr>
          <a:xfrm>
            <a:off x="398335" y="166376"/>
            <a:ext cx="9489617" cy="14507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901414-ADCB-A2C7-2B52-B3B9B828A61F}"/>
              </a:ext>
            </a:extLst>
          </p:cNvPr>
          <p:cNvSpPr txBox="1"/>
          <p:nvPr/>
        </p:nvSpPr>
        <p:spPr>
          <a:xfrm>
            <a:off x="580300" y="1952835"/>
            <a:ext cx="11359813" cy="433965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dirty="0">
                <a:solidFill>
                  <a:srgbClr val="C586C0"/>
                </a:solidFill>
                <a:latin typeface="Consolas"/>
              </a:rPr>
              <a:t>import</a:t>
            </a:r>
            <a:r>
              <a:rPr lang="en-US" sz="2800" dirty="0">
                <a:solidFill>
                  <a:srgbClr val="CCCCCC"/>
                </a:solidFill>
                <a:latin typeface="Consolas"/>
              </a:rPr>
              <a:t> </a:t>
            </a:r>
            <a:r>
              <a:rPr lang="en-US" sz="2800" dirty="0" err="1">
                <a:solidFill>
                  <a:srgbClr val="4EC9B0"/>
                </a:solidFill>
                <a:latin typeface="Consolas"/>
              </a:rPr>
              <a:t>os</a:t>
            </a:r>
            <a:r>
              <a:rPr lang="en-US" sz="2800" dirty="0">
                <a:solidFill>
                  <a:srgbClr val="4EC9B0"/>
                </a:solidFill>
                <a:latin typeface="Consolas"/>
              </a:rPr>
              <a:t> #</a:t>
            </a:r>
            <a:r>
              <a:rPr lang="en-US" sz="2800" dirty="0">
                <a:solidFill>
                  <a:srgbClr val="000000"/>
                </a:solidFill>
                <a:latin typeface="Grandview Display"/>
              </a:rPr>
              <a:t> </a:t>
            </a:r>
            <a:r>
              <a:rPr lang="en-US" sz="2800" dirty="0">
                <a:solidFill>
                  <a:srgbClr val="000000"/>
                </a:solidFill>
                <a:ea typeface="+mn-lt"/>
                <a:cs typeface="+mn-lt"/>
              </a:rPr>
              <a:t>Used to detect the OS (Windows/Linux).</a:t>
            </a:r>
            <a:endParaRPr lang="en-US" sz="2800" dirty="0"/>
          </a:p>
          <a:p>
            <a:r>
              <a:rPr lang="en-US" sz="2800" dirty="0">
                <a:solidFill>
                  <a:srgbClr val="C586C0"/>
                </a:solidFill>
                <a:latin typeface="Consolas"/>
              </a:rPr>
              <a:t>import</a:t>
            </a:r>
            <a:r>
              <a:rPr lang="en-US" sz="2800" dirty="0">
                <a:solidFill>
                  <a:srgbClr val="CCCCCC"/>
                </a:solidFill>
                <a:latin typeface="Consolas"/>
              </a:rPr>
              <a:t> </a:t>
            </a:r>
            <a:r>
              <a:rPr lang="en-US" sz="2800" dirty="0" err="1">
                <a:solidFill>
                  <a:srgbClr val="4EC9B0"/>
                </a:solidFill>
                <a:latin typeface="Consolas"/>
              </a:rPr>
              <a:t>tkinter</a:t>
            </a:r>
            <a:r>
              <a:rPr lang="en-US" sz="2800" dirty="0">
                <a:solidFill>
                  <a:srgbClr val="CCCCCC"/>
                </a:solidFill>
                <a:latin typeface="Consolas"/>
              </a:rPr>
              <a:t> </a:t>
            </a:r>
            <a:r>
              <a:rPr lang="en-US" sz="2800" dirty="0">
                <a:solidFill>
                  <a:srgbClr val="C586C0"/>
                </a:solidFill>
                <a:latin typeface="Consolas"/>
              </a:rPr>
              <a:t>as</a:t>
            </a:r>
            <a:r>
              <a:rPr lang="en-US" sz="2800" dirty="0">
                <a:solidFill>
                  <a:srgbClr val="CCCCCC"/>
                </a:solidFill>
                <a:latin typeface="Consolas"/>
              </a:rPr>
              <a:t> </a:t>
            </a:r>
            <a:r>
              <a:rPr lang="en-US" sz="2800" dirty="0" err="1">
                <a:solidFill>
                  <a:srgbClr val="4EC9B0"/>
                </a:solidFill>
                <a:latin typeface="Consolas"/>
              </a:rPr>
              <a:t>tkz</a:t>
            </a:r>
            <a:r>
              <a:rPr lang="en-US" sz="2800" dirty="0">
                <a:solidFill>
                  <a:srgbClr val="4EC9B0"/>
                </a:solidFill>
                <a:latin typeface="Consolas"/>
              </a:rPr>
              <a:t> #</a:t>
            </a:r>
            <a:r>
              <a:rPr lang="en-US" sz="2800" dirty="0">
                <a:solidFill>
                  <a:srgbClr val="4EC9B0"/>
                </a:solidFill>
                <a:ea typeface="+mn-lt"/>
                <a:cs typeface="+mn-lt"/>
              </a:rPr>
              <a:t>GUI library to build the interface.</a:t>
            </a:r>
            <a:endParaRPr lang="en-US" sz="2800" dirty="0"/>
          </a:p>
          <a:p>
            <a:r>
              <a:rPr lang="en-US" sz="2800" dirty="0">
                <a:solidFill>
                  <a:srgbClr val="C586C0"/>
                </a:solidFill>
                <a:latin typeface="Consolas"/>
              </a:rPr>
              <a:t>from</a:t>
            </a:r>
            <a:r>
              <a:rPr lang="en-US" sz="2800" dirty="0">
                <a:solidFill>
                  <a:srgbClr val="CCCCCC"/>
                </a:solidFill>
                <a:latin typeface="Consolas"/>
              </a:rPr>
              <a:t> </a:t>
            </a:r>
            <a:r>
              <a:rPr lang="en-US" sz="2800" err="1">
                <a:solidFill>
                  <a:srgbClr val="4EC9B0"/>
                </a:solidFill>
                <a:latin typeface="Consolas"/>
              </a:rPr>
              <a:t>tkinter</a:t>
            </a:r>
            <a:r>
              <a:rPr lang="en-US" sz="2800" dirty="0">
                <a:solidFill>
                  <a:srgbClr val="CCCCCC"/>
                </a:solidFill>
                <a:latin typeface="Consolas"/>
              </a:rPr>
              <a:t> </a:t>
            </a:r>
            <a:r>
              <a:rPr lang="en-US" sz="2800" dirty="0">
                <a:solidFill>
                  <a:srgbClr val="C586C0"/>
                </a:solidFill>
                <a:latin typeface="Consolas"/>
              </a:rPr>
              <a:t>import</a:t>
            </a:r>
            <a:r>
              <a:rPr lang="en-US" sz="2800" dirty="0">
                <a:solidFill>
                  <a:srgbClr val="CCCCCC"/>
                </a:solidFill>
                <a:latin typeface="Consolas"/>
              </a:rPr>
              <a:t> </a:t>
            </a:r>
            <a:r>
              <a:rPr lang="en-US" sz="2800" dirty="0">
                <a:solidFill>
                  <a:srgbClr val="4FC1FF"/>
                </a:solidFill>
                <a:latin typeface="Consolas"/>
              </a:rPr>
              <a:t>END</a:t>
            </a:r>
            <a:r>
              <a:rPr lang="en-US" sz="2800" dirty="0">
                <a:solidFill>
                  <a:srgbClr val="CCCCCC"/>
                </a:solidFill>
                <a:latin typeface="Consolas"/>
              </a:rPr>
              <a:t>, </a:t>
            </a:r>
            <a:r>
              <a:rPr lang="en-US" sz="2800" dirty="0">
                <a:solidFill>
                  <a:srgbClr val="4EC9B0"/>
                </a:solidFill>
                <a:latin typeface="Consolas"/>
              </a:rPr>
              <a:t>Label</a:t>
            </a:r>
            <a:r>
              <a:rPr lang="en-US" sz="2800" dirty="0">
                <a:solidFill>
                  <a:srgbClr val="CCCCCC"/>
                </a:solidFill>
                <a:latin typeface="Consolas"/>
              </a:rPr>
              <a:t>, </a:t>
            </a:r>
            <a:r>
              <a:rPr lang="en-US" sz="2800" err="1">
                <a:solidFill>
                  <a:srgbClr val="4EC9B0"/>
                </a:solidFill>
                <a:latin typeface="Consolas"/>
              </a:rPr>
              <a:t>messagebox</a:t>
            </a:r>
            <a:endParaRPr lang="en-US" sz="2800"/>
          </a:p>
          <a:p>
            <a:br>
              <a:rPr lang="en-US" dirty="0"/>
            </a:br>
            <a:endParaRPr lang="en-US" sz="4400"/>
          </a:p>
          <a:p>
            <a:r>
              <a:rPr lang="en-US" sz="2800" dirty="0">
                <a:solidFill>
                  <a:srgbClr val="6A9955"/>
                </a:solidFill>
                <a:latin typeface="Consolas"/>
              </a:rPr>
              <a:t># Set path and IP for blocking</a:t>
            </a:r>
            <a:endParaRPr lang="en-US" sz="2800"/>
          </a:p>
          <a:p>
            <a:r>
              <a:rPr lang="en-US" sz="2800" dirty="0" err="1">
                <a:solidFill>
                  <a:srgbClr val="9CDCFE"/>
                </a:solidFill>
                <a:latin typeface="Consolas"/>
              </a:rPr>
              <a:t>host_path</a:t>
            </a:r>
            <a:r>
              <a:rPr lang="en-US" sz="2800" dirty="0">
                <a:solidFill>
                  <a:srgbClr val="CCCCCC"/>
                </a:solidFill>
                <a:latin typeface="Consolas"/>
              </a:rPr>
              <a:t> </a:t>
            </a:r>
            <a:r>
              <a:rPr lang="en-US" sz="2800" dirty="0">
                <a:solidFill>
                  <a:srgbClr val="D4D4D4"/>
                </a:solidFill>
                <a:latin typeface="Consolas"/>
              </a:rPr>
              <a:t>=</a:t>
            </a:r>
            <a:r>
              <a:rPr lang="en-US" sz="2800" dirty="0">
                <a:solidFill>
                  <a:srgbClr val="CCCCCC"/>
                </a:solidFill>
                <a:latin typeface="Consolas"/>
              </a:rPr>
              <a:t> </a:t>
            </a:r>
            <a:r>
              <a:rPr lang="en-US" sz="2800" dirty="0" err="1">
                <a:solidFill>
                  <a:srgbClr val="569CD6"/>
                </a:solidFill>
                <a:latin typeface="Consolas"/>
              </a:rPr>
              <a:t>r</a:t>
            </a:r>
            <a:r>
              <a:rPr lang="en-US" sz="2800" dirty="0" err="1">
                <a:solidFill>
                  <a:srgbClr val="D16969"/>
                </a:solidFill>
                <a:latin typeface="Consolas"/>
              </a:rPr>
              <a:t>'C</a:t>
            </a:r>
            <a:r>
              <a:rPr lang="en-US" sz="2800" dirty="0">
                <a:solidFill>
                  <a:srgbClr val="D16969"/>
                </a:solidFill>
                <a:latin typeface="Consolas"/>
              </a:rPr>
              <a:t>:\Windows\System32\drivers</a:t>
            </a:r>
            <a:r>
              <a:rPr lang="en-US" sz="2800" dirty="0">
                <a:solidFill>
                  <a:srgbClr val="D7BA7D"/>
                </a:solidFill>
                <a:latin typeface="Consolas"/>
              </a:rPr>
              <a:t>\</a:t>
            </a:r>
            <a:r>
              <a:rPr lang="en-US" sz="2800" dirty="0" err="1">
                <a:solidFill>
                  <a:srgbClr val="D7BA7D"/>
                </a:solidFill>
                <a:latin typeface="Consolas"/>
              </a:rPr>
              <a:t>e</a:t>
            </a:r>
            <a:r>
              <a:rPr lang="en-US" sz="2800" dirty="0" err="1">
                <a:solidFill>
                  <a:srgbClr val="D16969"/>
                </a:solidFill>
                <a:latin typeface="Consolas"/>
              </a:rPr>
              <a:t>tc</a:t>
            </a:r>
            <a:r>
              <a:rPr lang="en-US" sz="2800" dirty="0">
                <a:solidFill>
                  <a:srgbClr val="D7BA7D"/>
                </a:solidFill>
                <a:latin typeface="Consolas"/>
              </a:rPr>
              <a:t>\h</a:t>
            </a:r>
            <a:r>
              <a:rPr lang="en-US" sz="2800" dirty="0">
                <a:solidFill>
                  <a:srgbClr val="D16969"/>
                </a:solidFill>
                <a:latin typeface="Consolas"/>
              </a:rPr>
              <a:t>osts'</a:t>
            </a:r>
            <a:r>
              <a:rPr lang="en-US" sz="2800" dirty="0">
                <a:solidFill>
                  <a:srgbClr val="CCCCCC"/>
                </a:solidFill>
                <a:latin typeface="Consolas"/>
              </a:rPr>
              <a:t> </a:t>
            </a:r>
            <a:r>
              <a:rPr lang="en-US" sz="2800" dirty="0">
                <a:solidFill>
                  <a:srgbClr val="C586C0"/>
                </a:solidFill>
                <a:latin typeface="Consolas"/>
              </a:rPr>
              <a:t>if</a:t>
            </a:r>
            <a:r>
              <a:rPr lang="en-US" sz="2800" dirty="0">
                <a:solidFill>
                  <a:srgbClr val="CCCCCC"/>
                </a:solidFill>
                <a:latin typeface="Consolas"/>
              </a:rPr>
              <a:t> </a:t>
            </a:r>
            <a:r>
              <a:rPr lang="en-US" sz="2800" dirty="0">
                <a:solidFill>
                  <a:srgbClr val="4EC9B0"/>
                </a:solidFill>
                <a:latin typeface="Consolas"/>
              </a:rPr>
              <a:t>os</a:t>
            </a:r>
            <a:r>
              <a:rPr lang="en-US" sz="2800" dirty="0">
                <a:solidFill>
                  <a:srgbClr val="CCCCCC"/>
                </a:solidFill>
                <a:latin typeface="Consolas"/>
              </a:rPr>
              <a:t>.</a:t>
            </a:r>
            <a:r>
              <a:rPr lang="en-US" sz="2800" dirty="0">
                <a:solidFill>
                  <a:srgbClr val="9CDCFE"/>
                </a:solidFill>
                <a:latin typeface="Consolas"/>
              </a:rPr>
              <a:t>name</a:t>
            </a:r>
            <a:r>
              <a:rPr lang="en-US" sz="2800" dirty="0">
                <a:solidFill>
                  <a:srgbClr val="CCCCCC"/>
                </a:solidFill>
                <a:latin typeface="Consolas"/>
              </a:rPr>
              <a:t> </a:t>
            </a:r>
            <a:r>
              <a:rPr lang="en-US" sz="2800" dirty="0">
                <a:solidFill>
                  <a:srgbClr val="D4D4D4"/>
                </a:solidFill>
                <a:latin typeface="Consolas"/>
              </a:rPr>
              <a:t>==</a:t>
            </a:r>
            <a:r>
              <a:rPr lang="en-US" sz="2800" dirty="0">
                <a:solidFill>
                  <a:srgbClr val="CCCCCC"/>
                </a:solidFill>
                <a:latin typeface="Consolas"/>
              </a:rPr>
              <a:t> </a:t>
            </a:r>
            <a:r>
              <a:rPr lang="en-US" sz="2800" dirty="0">
                <a:solidFill>
                  <a:srgbClr val="CE9178"/>
                </a:solidFill>
                <a:latin typeface="Consolas"/>
              </a:rPr>
              <a:t>'</a:t>
            </a:r>
            <a:r>
              <a:rPr lang="en-US" sz="2800" dirty="0" err="1">
                <a:solidFill>
                  <a:srgbClr val="CE9178"/>
                </a:solidFill>
                <a:latin typeface="Consolas"/>
              </a:rPr>
              <a:t>nt</a:t>
            </a:r>
            <a:r>
              <a:rPr lang="en-US" sz="2800" dirty="0">
                <a:solidFill>
                  <a:srgbClr val="CE9178"/>
                </a:solidFill>
                <a:latin typeface="Consolas"/>
              </a:rPr>
              <a:t>'</a:t>
            </a:r>
            <a:r>
              <a:rPr lang="en-US" sz="2800" dirty="0">
                <a:solidFill>
                  <a:srgbClr val="CCCCCC"/>
                </a:solidFill>
                <a:latin typeface="Consolas"/>
              </a:rPr>
              <a:t> </a:t>
            </a:r>
            <a:r>
              <a:rPr lang="en-US" sz="2800" dirty="0">
                <a:solidFill>
                  <a:srgbClr val="C586C0"/>
                </a:solidFill>
                <a:latin typeface="Consolas"/>
              </a:rPr>
              <a:t>else</a:t>
            </a:r>
            <a:r>
              <a:rPr lang="en-US" sz="2800" dirty="0">
                <a:solidFill>
                  <a:srgbClr val="CCCCCC"/>
                </a:solidFill>
                <a:latin typeface="Consolas"/>
              </a:rPr>
              <a:t> </a:t>
            </a:r>
            <a:r>
              <a:rPr lang="en-US" sz="2800" dirty="0">
                <a:solidFill>
                  <a:srgbClr val="CE9178"/>
                </a:solidFill>
                <a:latin typeface="Consolas"/>
              </a:rPr>
              <a:t>'/</a:t>
            </a:r>
            <a:r>
              <a:rPr lang="en-US" sz="2800" dirty="0" err="1">
                <a:solidFill>
                  <a:srgbClr val="CE9178"/>
                </a:solidFill>
                <a:latin typeface="Consolas"/>
              </a:rPr>
              <a:t>etc</a:t>
            </a:r>
            <a:r>
              <a:rPr lang="en-US" sz="2800" dirty="0">
                <a:solidFill>
                  <a:srgbClr val="CE9178"/>
                </a:solidFill>
                <a:latin typeface="Consolas"/>
              </a:rPr>
              <a:t>/hosts'</a:t>
            </a:r>
            <a:endParaRPr lang="en-US" sz="2800"/>
          </a:p>
          <a:p>
            <a:r>
              <a:rPr lang="en-US" sz="2800" err="1">
                <a:solidFill>
                  <a:srgbClr val="9CDCFE"/>
                </a:solidFill>
                <a:latin typeface="Consolas"/>
              </a:rPr>
              <a:t>ip_address</a:t>
            </a:r>
            <a:r>
              <a:rPr lang="en-US" sz="2800" dirty="0">
                <a:solidFill>
                  <a:srgbClr val="CCCCCC"/>
                </a:solidFill>
                <a:latin typeface="Consolas"/>
              </a:rPr>
              <a:t> </a:t>
            </a:r>
            <a:r>
              <a:rPr lang="en-US" sz="2800" dirty="0">
                <a:solidFill>
                  <a:srgbClr val="D4D4D4"/>
                </a:solidFill>
                <a:latin typeface="Consolas"/>
              </a:rPr>
              <a:t>=</a:t>
            </a:r>
            <a:r>
              <a:rPr lang="en-US" sz="2800" dirty="0">
                <a:solidFill>
                  <a:srgbClr val="CCCCCC"/>
                </a:solidFill>
                <a:latin typeface="Consolas"/>
              </a:rPr>
              <a:t> </a:t>
            </a:r>
            <a:r>
              <a:rPr lang="en-US" sz="2800" dirty="0">
                <a:solidFill>
                  <a:srgbClr val="CE9178"/>
                </a:solidFill>
                <a:latin typeface="Consolas"/>
              </a:rPr>
              <a:t>'127.0.0.1'</a:t>
            </a:r>
            <a:endParaRPr lang="en-US" sz="2400"/>
          </a:p>
          <a:p>
            <a:pPr algn="l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47B753-0BA4-17DD-B691-FE9F8007BB1E}"/>
              </a:ext>
            </a:extLst>
          </p:cNvPr>
          <p:cNvSpPr txBox="1"/>
          <p:nvPr/>
        </p:nvSpPr>
        <p:spPr>
          <a:xfrm>
            <a:off x="921653" y="258029"/>
            <a:ext cx="8448490" cy="144655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LIBRARIES AND IMPORT STATEMENT REQUIREMENTS</a:t>
            </a:r>
          </a:p>
        </p:txBody>
      </p:sp>
    </p:spTree>
    <p:extLst>
      <p:ext uri="{BB962C8B-B14F-4D97-AF65-F5344CB8AC3E}">
        <p14:creationId xmlns:p14="http://schemas.microsoft.com/office/powerpoint/2010/main" val="20543260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BFCC67-2590-0010-2D44-A8F955C0F8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044C4FA-C602-C77B-9D20-EE7E297842CF}"/>
              </a:ext>
            </a:extLst>
          </p:cNvPr>
          <p:cNvSpPr/>
          <p:nvPr/>
        </p:nvSpPr>
        <p:spPr>
          <a:xfrm>
            <a:off x="34135" y="170676"/>
            <a:ext cx="10240594" cy="179210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blue and white logo&#10;&#10;AI-generated content may be incorrect.">
            <a:extLst>
              <a:ext uri="{FF2B5EF4-FFF2-40B4-BE49-F238E27FC236}">
                <a16:creationId xmlns:a16="http://schemas.microsoft.com/office/drawing/2014/main" id="{ED7DCDD2-0787-E900-4384-CE8CDBEF2E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1881" y="-3023"/>
            <a:ext cx="1905000" cy="1905000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28962AF-C59F-6578-D384-39C0CB117962}"/>
              </a:ext>
            </a:extLst>
          </p:cNvPr>
          <p:cNvSpPr/>
          <p:nvPr/>
        </p:nvSpPr>
        <p:spPr>
          <a:xfrm>
            <a:off x="398335" y="166376"/>
            <a:ext cx="9489617" cy="14507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5F7C62D-4C66-CC48-FA30-C7F81245A5C5}"/>
              </a:ext>
            </a:extLst>
          </p:cNvPr>
          <p:cNvSpPr txBox="1"/>
          <p:nvPr/>
        </p:nvSpPr>
        <p:spPr>
          <a:xfrm>
            <a:off x="167046" y="1709453"/>
            <a:ext cx="12012957" cy="480131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rgbClr val="569CD6"/>
                </a:solidFill>
                <a:latin typeface="Consolas"/>
                <a:ea typeface="Consolas"/>
                <a:cs typeface="Consolas"/>
              </a:rPr>
              <a:t>def</a:t>
            </a:r>
            <a:r>
              <a:rPr lang="en-US" dirty="0">
                <a:solidFill>
                  <a:srgbClr val="CCCCCC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dirty="0">
                <a:solidFill>
                  <a:srgbClr val="DCDCAA"/>
                </a:solidFill>
                <a:latin typeface="Consolas"/>
                <a:ea typeface="Consolas"/>
                <a:cs typeface="Consolas"/>
              </a:rPr>
              <a:t>block</a:t>
            </a:r>
            <a:r>
              <a:rPr lang="en-US" dirty="0">
                <a:solidFill>
                  <a:srgbClr val="CCCCCC"/>
                </a:solidFill>
                <a:latin typeface="Consolas"/>
                <a:ea typeface="Consolas"/>
                <a:cs typeface="Consolas"/>
              </a:rPr>
              <a:t>():</a:t>
            </a:r>
            <a:endParaRPr lang="en-US" dirty="0">
              <a:solidFill>
                <a:srgbClr val="6A9955"/>
              </a:solidFill>
              <a:latin typeface="Consolas"/>
              <a:ea typeface="Consolas"/>
              <a:cs typeface="Consolas"/>
            </a:endParaRPr>
          </a:p>
          <a:p>
            <a:r>
              <a:rPr lang="en-US" dirty="0">
                <a:solidFill>
                  <a:srgbClr val="CCCCCC"/>
                </a:solidFill>
                <a:latin typeface="Consolas"/>
                <a:ea typeface="Consolas"/>
                <a:cs typeface="Consolas"/>
              </a:rPr>
              <a:t>    </a:t>
            </a:r>
            <a:r>
              <a:rPr lang="en-US" err="1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ws_list</a:t>
            </a:r>
            <a:r>
              <a:rPr lang="en-US" dirty="0">
                <a:solidFill>
                  <a:srgbClr val="CCCCCC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=</a:t>
            </a:r>
            <a:r>
              <a:rPr lang="en-US" dirty="0">
                <a:solidFill>
                  <a:srgbClr val="CCCCCC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dirty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en1</a:t>
            </a:r>
            <a:r>
              <a:rPr lang="en-US" dirty="0">
                <a:solidFill>
                  <a:srgbClr val="CCCCCC"/>
                </a:solidFill>
                <a:latin typeface="Consolas"/>
                <a:ea typeface="Consolas"/>
                <a:cs typeface="Consolas"/>
              </a:rPr>
              <a:t>.</a:t>
            </a:r>
            <a:r>
              <a:rPr lang="en-US" dirty="0">
                <a:solidFill>
                  <a:srgbClr val="DCDCAA"/>
                </a:solidFill>
                <a:latin typeface="Consolas"/>
                <a:ea typeface="Consolas"/>
                <a:cs typeface="Consolas"/>
              </a:rPr>
              <a:t>get</a:t>
            </a:r>
            <a:r>
              <a:rPr lang="en-US" dirty="0">
                <a:solidFill>
                  <a:srgbClr val="CCCCCC"/>
                </a:solidFill>
                <a:latin typeface="Consolas"/>
                <a:ea typeface="Consolas"/>
                <a:cs typeface="Consolas"/>
              </a:rPr>
              <a:t>(</a:t>
            </a:r>
            <a:r>
              <a:rPr lang="en-US" dirty="0">
                <a:solidFill>
                  <a:srgbClr val="CE9178"/>
                </a:solidFill>
                <a:latin typeface="Consolas"/>
                <a:ea typeface="Consolas"/>
                <a:cs typeface="Consolas"/>
              </a:rPr>
              <a:t>"1.0"</a:t>
            </a:r>
            <a:r>
              <a:rPr lang="en-US" dirty="0">
                <a:solidFill>
                  <a:srgbClr val="CCCCCC"/>
                </a:solidFill>
                <a:latin typeface="Consolas"/>
                <a:ea typeface="Consolas"/>
                <a:cs typeface="Consolas"/>
              </a:rPr>
              <a:t>, </a:t>
            </a:r>
            <a:r>
              <a:rPr lang="en-US" dirty="0">
                <a:solidFill>
                  <a:srgbClr val="4FC1FF"/>
                </a:solidFill>
                <a:latin typeface="Consolas"/>
                <a:ea typeface="Consolas"/>
                <a:cs typeface="Consolas"/>
              </a:rPr>
              <a:t>END</a:t>
            </a:r>
            <a:r>
              <a:rPr lang="en-US" dirty="0">
                <a:solidFill>
                  <a:srgbClr val="CCCCCC"/>
                </a:solidFill>
                <a:latin typeface="Consolas"/>
                <a:ea typeface="Consolas"/>
                <a:cs typeface="Consolas"/>
              </a:rPr>
              <a:t>)  #</a:t>
            </a:r>
            <a:r>
              <a:rPr lang="en-US" dirty="0">
                <a:ea typeface="+mn-lt"/>
                <a:cs typeface="+mn-lt"/>
              </a:rPr>
              <a:t># Get text from input box</a:t>
            </a:r>
          </a:p>
          <a:p>
            <a:r>
              <a:rPr lang="en-US" dirty="0">
                <a:solidFill>
                  <a:srgbClr val="CCCCCC"/>
                </a:solidFill>
                <a:latin typeface="Consolas"/>
                <a:ea typeface="Consolas"/>
                <a:cs typeface="Consolas"/>
              </a:rPr>
              <a:t>    </a:t>
            </a:r>
            <a:r>
              <a:rPr lang="en-US" err="1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ws</a:t>
            </a:r>
            <a:r>
              <a:rPr lang="en-US" dirty="0">
                <a:solidFill>
                  <a:srgbClr val="CCCCCC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=</a:t>
            </a:r>
            <a:r>
              <a:rPr lang="en-US" dirty="0">
                <a:solidFill>
                  <a:srgbClr val="CCCCCC"/>
                </a:solidFill>
                <a:latin typeface="Consolas"/>
                <a:ea typeface="Consolas"/>
                <a:cs typeface="Consolas"/>
              </a:rPr>
              <a:t> [</a:t>
            </a:r>
            <a:r>
              <a:rPr lang="en-US" err="1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w</a:t>
            </a:r>
            <a:r>
              <a:rPr lang="en-US" err="1">
                <a:solidFill>
                  <a:srgbClr val="CCCCCC"/>
                </a:solidFill>
                <a:latin typeface="Consolas"/>
                <a:ea typeface="Consolas"/>
                <a:cs typeface="Consolas"/>
              </a:rPr>
              <a:t>.</a:t>
            </a:r>
            <a:r>
              <a:rPr lang="en-US" err="1">
                <a:solidFill>
                  <a:srgbClr val="DCDCAA"/>
                </a:solidFill>
                <a:latin typeface="Consolas"/>
                <a:ea typeface="Consolas"/>
                <a:cs typeface="Consolas"/>
              </a:rPr>
              <a:t>strip</a:t>
            </a:r>
            <a:r>
              <a:rPr lang="en-US" dirty="0">
                <a:solidFill>
                  <a:srgbClr val="CCCCCC"/>
                </a:solidFill>
                <a:latin typeface="Consolas"/>
                <a:ea typeface="Consolas"/>
                <a:cs typeface="Consolas"/>
              </a:rPr>
              <a:t>() </a:t>
            </a:r>
            <a:r>
              <a:rPr lang="en-US" dirty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for</a:t>
            </a:r>
            <a:r>
              <a:rPr lang="en-US" dirty="0">
                <a:solidFill>
                  <a:srgbClr val="CCCCCC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dirty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w</a:t>
            </a:r>
            <a:r>
              <a:rPr lang="en-US" dirty="0">
                <a:solidFill>
                  <a:srgbClr val="CCCCCC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dirty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in</a:t>
            </a:r>
            <a:r>
              <a:rPr lang="en-US" dirty="0">
                <a:solidFill>
                  <a:srgbClr val="CCCCCC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err="1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ws_list</a:t>
            </a:r>
            <a:r>
              <a:rPr lang="en-US" err="1">
                <a:solidFill>
                  <a:srgbClr val="CCCCCC"/>
                </a:solidFill>
                <a:latin typeface="Consolas"/>
                <a:ea typeface="Consolas"/>
                <a:cs typeface="Consolas"/>
              </a:rPr>
              <a:t>.</a:t>
            </a:r>
            <a:r>
              <a:rPr lang="en-US" err="1">
                <a:solidFill>
                  <a:srgbClr val="DCDCAA"/>
                </a:solidFill>
                <a:latin typeface="Consolas"/>
                <a:ea typeface="Consolas"/>
                <a:cs typeface="Consolas"/>
              </a:rPr>
              <a:t>split</a:t>
            </a:r>
            <a:r>
              <a:rPr lang="en-US" dirty="0">
                <a:solidFill>
                  <a:srgbClr val="CCCCCC"/>
                </a:solidFill>
                <a:latin typeface="Consolas"/>
                <a:ea typeface="Consolas"/>
                <a:cs typeface="Consolas"/>
              </a:rPr>
              <a:t>(</a:t>
            </a:r>
            <a:r>
              <a:rPr lang="en-US" dirty="0">
                <a:solidFill>
                  <a:srgbClr val="CE9178"/>
                </a:solidFill>
                <a:latin typeface="Consolas"/>
                <a:ea typeface="Consolas"/>
                <a:cs typeface="Consolas"/>
              </a:rPr>
              <a:t>","</a:t>
            </a:r>
            <a:r>
              <a:rPr lang="en-US" dirty="0">
                <a:solidFill>
                  <a:srgbClr val="CCCCCC"/>
                </a:solidFill>
                <a:latin typeface="Consolas"/>
                <a:ea typeface="Consolas"/>
                <a:cs typeface="Consolas"/>
              </a:rPr>
              <a:t>) </a:t>
            </a:r>
            <a:r>
              <a:rPr lang="en-US" dirty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if</a:t>
            </a:r>
            <a:r>
              <a:rPr lang="en-US" dirty="0">
                <a:solidFill>
                  <a:srgbClr val="CCCCCC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err="1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w</a:t>
            </a:r>
            <a:r>
              <a:rPr lang="en-US" err="1">
                <a:solidFill>
                  <a:srgbClr val="CCCCCC"/>
                </a:solidFill>
                <a:latin typeface="Consolas"/>
                <a:ea typeface="Consolas"/>
                <a:cs typeface="Consolas"/>
              </a:rPr>
              <a:t>.</a:t>
            </a:r>
            <a:r>
              <a:rPr lang="en-US" err="1">
                <a:solidFill>
                  <a:srgbClr val="DCDCAA"/>
                </a:solidFill>
                <a:latin typeface="Consolas"/>
                <a:ea typeface="Consolas"/>
                <a:cs typeface="Consolas"/>
              </a:rPr>
              <a:t>strip</a:t>
            </a:r>
            <a:r>
              <a:rPr lang="en-US" dirty="0">
                <a:solidFill>
                  <a:srgbClr val="CCCCCC"/>
                </a:solidFill>
                <a:latin typeface="Consolas"/>
                <a:ea typeface="Consolas"/>
                <a:cs typeface="Consolas"/>
              </a:rPr>
              <a:t>()] </a:t>
            </a:r>
            <a:r>
              <a:rPr lang="en-US" dirty="0">
                <a:latin typeface="Consolas"/>
                <a:ea typeface="Consolas"/>
                <a:cs typeface="Consolas"/>
              </a:rPr>
              <a:t>#</a:t>
            </a:r>
            <a:r>
              <a:rPr lang="en-US" dirty="0">
                <a:ea typeface="+mn-lt"/>
                <a:cs typeface="+mn-lt"/>
              </a:rPr>
              <a:t># Clean and split</a:t>
            </a:r>
          </a:p>
          <a:p>
            <a:r>
              <a:rPr lang="en-US" dirty="0">
                <a:solidFill>
                  <a:srgbClr val="CCCCCC"/>
                </a:solidFill>
                <a:latin typeface="Consolas"/>
                <a:ea typeface="Consolas"/>
                <a:cs typeface="Consolas"/>
              </a:rPr>
              <a:t>    </a:t>
            </a:r>
            <a:r>
              <a:rPr lang="en-US" dirty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try</a:t>
            </a:r>
            <a:r>
              <a:rPr lang="en-US" dirty="0">
                <a:solidFill>
                  <a:srgbClr val="CCCCCC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r>
              <a:rPr lang="en-US" dirty="0">
                <a:solidFill>
                  <a:srgbClr val="CCCCCC"/>
                </a:solidFill>
                <a:latin typeface="Consolas"/>
                <a:ea typeface="Consolas"/>
                <a:cs typeface="Consolas"/>
              </a:rPr>
              <a:t>        </a:t>
            </a:r>
            <a:r>
              <a:rPr lang="en-US" dirty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with</a:t>
            </a:r>
            <a:r>
              <a:rPr lang="en-US" dirty="0">
                <a:solidFill>
                  <a:srgbClr val="CCCCCC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dirty="0">
                <a:solidFill>
                  <a:srgbClr val="DCDCAA"/>
                </a:solidFill>
                <a:latin typeface="Consolas"/>
                <a:ea typeface="Consolas"/>
                <a:cs typeface="Consolas"/>
              </a:rPr>
              <a:t>open</a:t>
            </a:r>
            <a:r>
              <a:rPr lang="en-US" dirty="0">
                <a:solidFill>
                  <a:srgbClr val="CCCCCC"/>
                </a:solidFill>
                <a:latin typeface="Consolas"/>
                <a:ea typeface="Consolas"/>
                <a:cs typeface="Consolas"/>
              </a:rPr>
              <a:t>(</a:t>
            </a:r>
            <a:r>
              <a:rPr lang="en-US" dirty="0" err="1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host_path</a:t>
            </a:r>
            <a:r>
              <a:rPr lang="en-US" dirty="0">
                <a:solidFill>
                  <a:srgbClr val="CCCCCC"/>
                </a:solidFill>
                <a:latin typeface="Consolas"/>
                <a:ea typeface="Consolas"/>
                <a:cs typeface="Consolas"/>
              </a:rPr>
              <a:t>, </a:t>
            </a:r>
            <a:r>
              <a:rPr lang="en-US" dirty="0">
                <a:solidFill>
                  <a:srgbClr val="CE9178"/>
                </a:solidFill>
                <a:latin typeface="Consolas"/>
                <a:ea typeface="Consolas"/>
                <a:cs typeface="Consolas"/>
              </a:rPr>
              <a:t>'r+'</a:t>
            </a:r>
            <a:r>
              <a:rPr lang="en-US" dirty="0">
                <a:solidFill>
                  <a:srgbClr val="CCCCCC"/>
                </a:solidFill>
                <a:latin typeface="Consolas"/>
                <a:ea typeface="Consolas"/>
                <a:cs typeface="Consolas"/>
              </a:rPr>
              <a:t>) </a:t>
            </a:r>
            <a:r>
              <a:rPr lang="en-US" dirty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as</a:t>
            </a:r>
            <a:r>
              <a:rPr lang="en-US" dirty="0">
                <a:solidFill>
                  <a:srgbClr val="CCCCCC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dirty="0" err="1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host_file</a:t>
            </a:r>
            <a:r>
              <a:rPr lang="en-US" dirty="0">
                <a:solidFill>
                  <a:srgbClr val="CCCCCC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r>
              <a:rPr lang="en-US" dirty="0">
                <a:solidFill>
                  <a:srgbClr val="CCCCCC"/>
                </a:solidFill>
                <a:latin typeface="Consolas"/>
                <a:ea typeface="Consolas"/>
                <a:cs typeface="Consolas"/>
              </a:rPr>
              <a:t>            </a:t>
            </a:r>
            <a:r>
              <a:rPr lang="en-US" dirty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file</a:t>
            </a:r>
            <a:r>
              <a:rPr lang="en-US" dirty="0">
                <a:solidFill>
                  <a:srgbClr val="CCCCCC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=</a:t>
            </a:r>
            <a:r>
              <a:rPr lang="en-US" dirty="0">
                <a:solidFill>
                  <a:srgbClr val="CCCCCC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err="1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host_file</a:t>
            </a:r>
            <a:r>
              <a:rPr lang="en-US" err="1">
                <a:solidFill>
                  <a:srgbClr val="CCCCCC"/>
                </a:solidFill>
                <a:latin typeface="Consolas"/>
                <a:ea typeface="Consolas"/>
                <a:cs typeface="Consolas"/>
              </a:rPr>
              <a:t>.</a:t>
            </a:r>
            <a:r>
              <a:rPr lang="en-US" err="1">
                <a:solidFill>
                  <a:srgbClr val="DCDCAA"/>
                </a:solidFill>
                <a:latin typeface="Consolas"/>
                <a:ea typeface="Consolas"/>
                <a:cs typeface="Consolas"/>
              </a:rPr>
              <a:t>read</a:t>
            </a:r>
            <a:r>
              <a:rPr lang="en-US" dirty="0">
                <a:solidFill>
                  <a:srgbClr val="CCCCCC"/>
                </a:solidFill>
                <a:latin typeface="Consolas"/>
                <a:ea typeface="Consolas"/>
                <a:cs typeface="Consolas"/>
              </a:rPr>
              <a:t>() </a:t>
            </a:r>
            <a:r>
              <a:rPr lang="en-US" dirty="0">
                <a:latin typeface="Consolas"/>
                <a:ea typeface="Consolas"/>
                <a:cs typeface="Consolas"/>
              </a:rPr>
              <a:t>#</a:t>
            </a:r>
            <a:r>
              <a:rPr lang="en-US" dirty="0">
                <a:ea typeface="+mn-lt"/>
                <a:cs typeface="+mn-lt"/>
              </a:rPr>
              <a:t># Read entire file contents</a:t>
            </a:r>
          </a:p>
          <a:p>
            <a:r>
              <a:rPr lang="en-US" dirty="0">
                <a:solidFill>
                  <a:srgbClr val="CCCCCC"/>
                </a:solidFill>
                <a:latin typeface="Consolas"/>
                <a:ea typeface="Consolas"/>
                <a:cs typeface="Consolas"/>
              </a:rPr>
              <a:t>            </a:t>
            </a:r>
            <a:r>
              <a:rPr lang="en-US" dirty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for</a:t>
            </a:r>
            <a:r>
              <a:rPr lang="en-US" dirty="0">
                <a:solidFill>
                  <a:srgbClr val="CCCCCC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dirty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w</a:t>
            </a:r>
            <a:r>
              <a:rPr lang="en-US" dirty="0">
                <a:solidFill>
                  <a:srgbClr val="CCCCCC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dirty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in</a:t>
            </a:r>
            <a:r>
              <a:rPr lang="en-US" dirty="0">
                <a:solidFill>
                  <a:srgbClr val="CCCCCC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dirty="0" err="1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ws</a:t>
            </a:r>
            <a:r>
              <a:rPr lang="en-US" dirty="0">
                <a:solidFill>
                  <a:srgbClr val="CCCCCC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r>
              <a:rPr lang="en-US" dirty="0">
                <a:solidFill>
                  <a:srgbClr val="CCCCCC"/>
                </a:solidFill>
                <a:latin typeface="Consolas"/>
                <a:ea typeface="Consolas"/>
                <a:cs typeface="Consolas"/>
              </a:rPr>
              <a:t>                </a:t>
            </a:r>
            <a:r>
              <a:rPr lang="en-US" dirty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if</a:t>
            </a:r>
            <a:r>
              <a:rPr lang="en-US" dirty="0">
                <a:solidFill>
                  <a:srgbClr val="CCCCCC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dirty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w</a:t>
            </a:r>
            <a:r>
              <a:rPr lang="en-US" dirty="0">
                <a:solidFill>
                  <a:srgbClr val="CCCCCC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dirty="0">
                <a:solidFill>
                  <a:srgbClr val="569CD6"/>
                </a:solidFill>
                <a:latin typeface="Consolas"/>
                <a:ea typeface="Consolas"/>
                <a:cs typeface="Consolas"/>
              </a:rPr>
              <a:t>in</a:t>
            </a:r>
            <a:r>
              <a:rPr lang="en-US" dirty="0">
                <a:solidFill>
                  <a:srgbClr val="CCCCCC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dirty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file</a:t>
            </a:r>
            <a:r>
              <a:rPr lang="en-US" dirty="0">
                <a:solidFill>
                  <a:srgbClr val="CCCCCC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dirty="0">
                <a:solidFill>
                  <a:srgbClr val="569CD6"/>
                </a:solidFill>
                <a:latin typeface="Consolas"/>
                <a:ea typeface="Consolas"/>
                <a:cs typeface="Consolas"/>
              </a:rPr>
              <a:t>or</a:t>
            </a:r>
            <a:r>
              <a:rPr lang="en-US" dirty="0">
                <a:solidFill>
                  <a:srgbClr val="CCCCCC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dirty="0" err="1">
                <a:solidFill>
                  <a:srgbClr val="569CD6"/>
                </a:solidFill>
                <a:latin typeface="Consolas"/>
                <a:ea typeface="Consolas"/>
                <a:cs typeface="Consolas"/>
              </a:rPr>
              <a:t>f</a:t>
            </a:r>
            <a:r>
              <a:rPr lang="en-US" dirty="0" err="1">
                <a:solidFill>
                  <a:srgbClr val="CE9178"/>
                </a:solidFill>
                <a:latin typeface="Consolas"/>
                <a:ea typeface="Consolas"/>
                <a:cs typeface="Consolas"/>
              </a:rPr>
              <a:t>"www</a:t>
            </a:r>
            <a:r>
              <a:rPr lang="en-US" dirty="0">
                <a:solidFill>
                  <a:srgbClr val="CE9178"/>
                </a:solidFill>
                <a:latin typeface="Consolas"/>
                <a:ea typeface="Consolas"/>
                <a:cs typeface="Consolas"/>
              </a:rPr>
              <a:t>.</a:t>
            </a:r>
            <a:r>
              <a:rPr lang="en-US" dirty="0">
                <a:solidFill>
                  <a:srgbClr val="569CD6"/>
                </a:solidFill>
                <a:latin typeface="Consolas"/>
                <a:ea typeface="Consolas"/>
                <a:cs typeface="Consolas"/>
              </a:rPr>
              <a:t>{</a:t>
            </a:r>
            <a:r>
              <a:rPr lang="en-US" dirty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w</a:t>
            </a:r>
            <a:r>
              <a:rPr lang="en-US" dirty="0">
                <a:solidFill>
                  <a:srgbClr val="569CD6"/>
                </a:solidFill>
                <a:latin typeface="Consolas"/>
                <a:ea typeface="Consolas"/>
                <a:cs typeface="Consolas"/>
              </a:rPr>
              <a:t>}</a:t>
            </a:r>
            <a:r>
              <a:rPr lang="en-US" dirty="0">
                <a:solidFill>
                  <a:srgbClr val="CE9178"/>
                </a:solidFill>
                <a:latin typeface="Consolas"/>
                <a:ea typeface="Consolas"/>
                <a:cs typeface="Consolas"/>
              </a:rPr>
              <a:t>"</a:t>
            </a:r>
            <a:r>
              <a:rPr lang="en-US" dirty="0">
                <a:solidFill>
                  <a:srgbClr val="CCCCCC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dirty="0">
                <a:solidFill>
                  <a:srgbClr val="569CD6"/>
                </a:solidFill>
                <a:latin typeface="Consolas"/>
                <a:ea typeface="Consolas"/>
                <a:cs typeface="Consolas"/>
              </a:rPr>
              <a:t>in</a:t>
            </a:r>
            <a:r>
              <a:rPr lang="en-US" dirty="0">
                <a:solidFill>
                  <a:srgbClr val="CCCCCC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dirty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file</a:t>
            </a:r>
            <a:r>
              <a:rPr lang="en-US" dirty="0">
                <a:solidFill>
                  <a:srgbClr val="CCCCCC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r>
              <a:rPr lang="en-US" dirty="0">
                <a:solidFill>
                  <a:srgbClr val="CCCCCC"/>
                </a:solidFill>
                <a:latin typeface="Consolas"/>
                <a:ea typeface="Consolas"/>
                <a:cs typeface="Consolas"/>
              </a:rPr>
              <a:t>                    </a:t>
            </a:r>
            <a:r>
              <a:rPr lang="en-US" dirty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msg</a:t>
            </a:r>
            <a:r>
              <a:rPr lang="en-US" dirty="0">
                <a:solidFill>
                  <a:srgbClr val="CCCCCC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=</a:t>
            </a:r>
            <a:r>
              <a:rPr lang="en-US" dirty="0">
                <a:solidFill>
                  <a:srgbClr val="CCCCCC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dirty="0">
                <a:solidFill>
                  <a:srgbClr val="CE9178"/>
                </a:solidFill>
                <a:latin typeface="Consolas"/>
                <a:ea typeface="Consolas"/>
                <a:cs typeface="Consolas"/>
              </a:rPr>
              <a:t>"Already Blocked!"</a:t>
            </a:r>
          </a:p>
          <a:p>
            <a:r>
              <a:rPr lang="en-US" dirty="0">
                <a:solidFill>
                  <a:srgbClr val="CCCCCC"/>
                </a:solidFill>
                <a:latin typeface="Consolas"/>
                <a:ea typeface="Consolas"/>
                <a:cs typeface="Consolas"/>
              </a:rPr>
              <a:t>                </a:t>
            </a:r>
            <a:r>
              <a:rPr lang="en-US" dirty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else</a:t>
            </a:r>
            <a:r>
              <a:rPr lang="en-US" dirty="0">
                <a:solidFill>
                  <a:srgbClr val="CCCCCC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r>
              <a:rPr lang="en-US" dirty="0">
                <a:solidFill>
                  <a:srgbClr val="CCCCCC"/>
                </a:solidFill>
                <a:latin typeface="Consolas"/>
                <a:ea typeface="Consolas"/>
                <a:cs typeface="Consolas"/>
              </a:rPr>
              <a:t>                    </a:t>
            </a:r>
            <a:r>
              <a:rPr lang="en-US" dirty="0" err="1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host_file</a:t>
            </a:r>
            <a:r>
              <a:rPr lang="en-US" dirty="0" err="1">
                <a:solidFill>
                  <a:srgbClr val="CCCCCC"/>
                </a:solidFill>
                <a:latin typeface="Consolas"/>
                <a:ea typeface="Consolas"/>
                <a:cs typeface="Consolas"/>
              </a:rPr>
              <a:t>.</a:t>
            </a:r>
            <a:r>
              <a:rPr lang="en-US" dirty="0" err="1">
                <a:solidFill>
                  <a:srgbClr val="DCDCAA"/>
                </a:solidFill>
                <a:latin typeface="Consolas"/>
                <a:ea typeface="Consolas"/>
                <a:cs typeface="Consolas"/>
              </a:rPr>
              <a:t>write</a:t>
            </a:r>
            <a:r>
              <a:rPr lang="en-US" dirty="0">
                <a:solidFill>
                  <a:srgbClr val="CCCCCC"/>
                </a:solidFill>
                <a:latin typeface="Consolas"/>
                <a:ea typeface="Consolas"/>
                <a:cs typeface="Consolas"/>
              </a:rPr>
              <a:t>(</a:t>
            </a:r>
            <a:r>
              <a:rPr lang="en-US" dirty="0" err="1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ip_address</a:t>
            </a:r>
            <a:r>
              <a:rPr lang="en-US" dirty="0">
                <a:solidFill>
                  <a:srgbClr val="CCCCCC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+</a:t>
            </a:r>
            <a:r>
              <a:rPr lang="en-US" dirty="0">
                <a:solidFill>
                  <a:srgbClr val="CCCCCC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dirty="0">
                <a:solidFill>
                  <a:srgbClr val="CE9178"/>
                </a:solidFill>
                <a:latin typeface="Consolas"/>
                <a:ea typeface="Consolas"/>
                <a:cs typeface="Consolas"/>
              </a:rPr>
              <a:t>" "</a:t>
            </a:r>
            <a:r>
              <a:rPr lang="en-US" dirty="0">
                <a:solidFill>
                  <a:srgbClr val="CCCCCC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+</a:t>
            </a:r>
            <a:r>
              <a:rPr lang="en-US" dirty="0">
                <a:solidFill>
                  <a:srgbClr val="CCCCCC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dirty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w</a:t>
            </a:r>
            <a:r>
              <a:rPr lang="en-US" dirty="0">
                <a:solidFill>
                  <a:srgbClr val="CCCCCC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+</a:t>
            </a:r>
            <a:r>
              <a:rPr lang="en-US" dirty="0">
                <a:solidFill>
                  <a:srgbClr val="CCCCCC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dirty="0">
                <a:solidFill>
                  <a:srgbClr val="CE9178"/>
                </a:solidFill>
                <a:latin typeface="Consolas"/>
                <a:ea typeface="Consolas"/>
                <a:cs typeface="Consolas"/>
              </a:rPr>
              <a:t>'</a:t>
            </a:r>
            <a:r>
              <a:rPr lang="en-US" dirty="0">
                <a:solidFill>
                  <a:srgbClr val="D7BA7D"/>
                </a:solidFill>
                <a:latin typeface="Consolas"/>
                <a:ea typeface="Consolas"/>
                <a:cs typeface="Consolas"/>
              </a:rPr>
              <a:t>\n</a:t>
            </a:r>
            <a:r>
              <a:rPr lang="en-US" dirty="0">
                <a:solidFill>
                  <a:srgbClr val="CE9178"/>
                </a:solidFill>
                <a:latin typeface="Consolas"/>
                <a:ea typeface="Consolas"/>
                <a:cs typeface="Consolas"/>
              </a:rPr>
              <a:t>'</a:t>
            </a:r>
            <a:r>
              <a:rPr lang="en-US" dirty="0">
                <a:solidFill>
                  <a:srgbClr val="CCCCCC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r>
              <a:rPr lang="en-US" dirty="0">
                <a:solidFill>
                  <a:srgbClr val="CCCCCC"/>
                </a:solidFill>
                <a:latin typeface="Consolas"/>
                <a:ea typeface="Consolas"/>
                <a:cs typeface="Consolas"/>
              </a:rPr>
              <a:t>                    </a:t>
            </a:r>
            <a:r>
              <a:rPr lang="en-US" dirty="0" err="1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host_file</a:t>
            </a:r>
            <a:r>
              <a:rPr lang="en-US" dirty="0" err="1">
                <a:solidFill>
                  <a:srgbClr val="CCCCCC"/>
                </a:solidFill>
                <a:latin typeface="Consolas"/>
                <a:ea typeface="Consolas"/>
                <a:cs typeface="Consolas"/>
              </a:rPr>
              <a:t>.</a:t>
            </a:r>
            <a:r>
              <a:rPr lang="en-US" dirty="0" err="1">
                <a:solidFill>
                  <a:srgbClr val="DCDCAA"/>
                </a:solidFill>
                <a:latin typeface="Consolas"/>
                <a:ea typeface="Consolas"/>
                <a:cs typeface="Consolas"/>
              </a:rPr>
              <a:t>write</a:t>
            </a:r>
            <a:r>
              <a:rPr lang="en-US" dirty="0">
                <a:solidFill>
                  <a:srgbClr val="CCCCCC"/>
                </a:solidFill>
                <a:latin typeface="Consolas"/>
                <a:ea typeface="Consolas"/>
                <a:cs typeface="Consolas"/>
              </a:rPr>
              <a:t>(</a:t>
            </a:r>
            <a:r>
              <a:rPr lang="en-US" dirty="0" err="1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ip_address</a:t>
            </a:r>
            <a:r>
              <a:rPr lang="en-US" dirty="0">
                <a:solidFill>
                  <a:srgbClr val="CCCCCC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+</a:t>
            </a:r>
            <a:r>
              <a:rPr lang="en-US" dirty="0">
                <a:solidFill>
                  <a:srgbClr val="CCCCCC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dirty="0">
                <a:solidFill>
                  <a:srgbClr val="CE9178"/>
                </a:solidFill>
                <a:latin typeface="Consolas"/>
                <a:ea typeface="Consolas"/>
                <a:cs typeface="Consolas"/>
              </a:rPr>
              <a:t>" www."</a:t>
            </a:r>
            <a:r>
              <a:rPr lang="en-US" dirty="0">
                <a:solidFill>
                  <a:srgbClr val="CCCCCC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+</a:t>
            </a:r>
            <a:r>
              <a:rPr lang="en-US" dirty="0">
                <a:solidFill>
                  <a:srgbClr val="CCCCCC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dirty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w</a:t>
            </a:r>
            <a:r>
              <a:rPr lang="en-US" dirty="0">
                <a:solidFill>
                  <a:srgbClr val="CCCCCC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+</a:t>
            </a:r>
            <a:r>
              <a:rPr lang="en-US" dirty="0">
                <a:solidFill>
                  <a:srgbClr val="CCCCCC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dirty="0">
                <a:solidFill>
                  <a:srgbClr val="CE9178"/>
                </a:solidFill>
                <a:latin typeface="Consolas"/>
                <a:ea typeface="Consolas"/>
                <a:cs typeface="Consolas"/>
              </a:rPr>
              <a:t>'</a:t>
            </a:r>
            <a:r>
              <a:rPr lang="en-US" dirty="0">
                <a:solidFill>
                  <a:srgbClr val="D7BA7D"/>
                </a:solidFill>
                <a:latin typeface="Consolas"/>
                <a:ea typeface="Consolas"/>
                <a:cs typeface="Consolas"/>
              </a:rPr>
              <a:t>\n</a:t>
            </a:r>
            <a:r>
              <a:rPr lang="en-US" dirty="0">
                <a:solidFill>
                  <a:srgbClr val="CE9178"/>
                </a:solidFill>
                <a:latin typeface="Consolas"/>
                <a:ea typeface="Consolas"/>
                <a:cs typeface="Consolas"/>
              </a:rPr>
              <a:t>'</a:t>
            </a:r>
            <a:r>
              <a:rPr lang="en-US" dirty="0">
                <a:solidFill>
                  <a:srgbClr val="CCCCCC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r>
              <a:rPr lang="en-US" dirty="0">
                <a:solidFill>
                  <a:srgbClr val="CCCCCC"/>
                </a:solidFill>
                <a:latin typeface="Consolas"/>
                <a:ea typeface="Consolas"/>
                <a:cs typeface="Consolas"/>
              </a:rPr>
              <a:t>                    </a:t>
            </a:r>
            <a:r>
              <a:rPr lang="en-US" dirty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msg</a:t>
            </a:r>
            <a:r>
              <a:rPr lang="en-US" dirty="0">
                <a:solidFill>
                  <a:srgbClr val="CCCCCC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=</a:t>
            </a:r>
            <a:r>
              <a:rPr lang="en-US" dirty="0">
                <a:solidFill>
                  <a:srgbClr val="CCCCCC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dirty="0">
                <a:solidFill>
                  <a:srgbClr val="CE9178"/>
                </a:solidFill>
                <a:latin typeface="Consolas"/>
                <a:ea typeface="Consolas"/>
                <a:cs typeface="Consolas"/>
              </a:rPr>
              <a:t>"Website(s) Blocked!"</a:t>
            </a:r>
          </a:p>
          <a:p>
            <a:r>
              <a:rPr lang="en-US" dirty="0">
                <a:solidFill>
                  <a:srgbClr val="CCCCCC"/>
                </a:solidFill>
                <a:latin typeface="Consolas"/>
                <a:ea typeface="Consolas"/>
                <a:cs typeface="Consolas"/>
              </a:rPr>
              <a:t>        </a:t>
            </a:r>
            <a:r>
              <a:rPr lang="en-US" dirty="0">
                <a:solidFill>
                  <a:srgbClr val="4EC9B0"/>
                </a:solidFill>
                <a:latin typeface="Consolas"/>
                <a:ea typeface="Consolas"/>
                <a:cs typeface="Consolas"/>
              </a:rPr>
              <a:t>Label</a:t>
            </a:r>
            <a:r>
              <a:rPr lang="en-US" dirty="0">
                <a:solidFill>
                  <a:srgbClr val="CCCCCC"/>
                </a:solidFill>
                <a:latin typeface="Consolas"/>
                <a:ea typeface="Consolas"/>
                <a:cs typeface="Consolas"/>
              </a:rPr>
              <a:t>(</a:t>
            </a:r>
            <a:r>
              <a:rPr lang="en-US" dirty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root</a:t>
            </a:r>
            <a:r>
              <a:rPr lang="en-US" dirty="0">
                <a:solidFill>
                  <a:srgbClr val="CCCCCC"/>
                </a:solidFill>
                <a:latin typeface="Consolas"/>
                <a:ea typeface="Consolas"/>
                <a:cs typeface="Consolas"/>
              </a:rPr>
              <a:t>, </a:t>
            </a:r>
            <a:r>
              <a:rPr lang="en-US" dirty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text</a:t>
            </a:r>
            <a:r>
              <a:rPr lang="en-US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=</a:t>
            </a:r>
            <a:r>
              <a:rPr lang="en-US" dirty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msg</a:t>
            </a:r>
            <a:r>
              <a:rPr lang="en-US" dirty="0">
                <a:solidFill>
                  <a:srgbClr val="CCCCCC"/>
                </a:solidFill>
                <a:latin typeface="Consolas"/>
                <a:ea typeface="Consolas"/>
                <a:cs typeface="Consolas"/>
              </a:rPr>
              <a:t>, </a:t>
            </a:r>
            <a:r>
              <a:rPr lang="en-US" dirty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font</a:t>
            </a:r>
            <a:r>
              <a:rPr lang="en-US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=</a:t>
            </a:r>
            <a:r>
              <a:rPr lang="en-US" dirty="0">
                <a:solidFill>
                  <a:srgbClr val="CCCCCC"/>
                </a:solidFill>
                <a:latin typeface="Consolas"/>
                <a:ea typeface="Consolas"/>
                <a:cs typeface="Consolas"/>
              </a:rPr>
              <a:t>(</a:t>
            </a:r>
            <a:r>
              <a:rPr lang="en-US" dirty="0">
                <a:solidFill>
                  <a:srgbClr val="CE9178"/>
                </a:solidFill>
                <a:latin typeface="Consolas"/>
                <a:ea typeface="Consolas"/>
                <a:cs typeface="Consolas"/>
              </a:rPr>
              <a:t>'Arial'</a:t>
            </a:r>
            <a:r>
              <a:rPr lang="en-US" dirty="0">
                <a:solidFill>
                  <a:srgbClr val="CCCCCC"/>
                </a:solidFill>
                <a:latin typeface="Consolas"/>
                <a:ea typeface="Consolas"/>
                <a:cs typeface="Consolas"/>
              </a:rPr>
              <a:t>, </a:t>
            </a:r>
            <a:r>
              <a:rPr lang="en-US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12</a:t>
            </a:r>
            <a:r>
              <a:rPr lang="en-US" dirty="0">
                <a:solidFill>
                  <a:srgbClr val="CCCCCC"/>
                </a:solidFill>
                <a:latin typeface="Consolas"/>
                <a:ea typeface="Consolas"/>
                <a:cs typeface="Consolas"/>
              </a:rPr>
              <a:t>, </a:t>
            </a:r>
            <a:r>
              <a:rPr lang="en-US" dirty="0">
                <a:solidFill>
                  <a:srgbClr val="CE9178"/>
                </a:solidFill>
                <a:latin typeface="Consolas"/>
                <a:ea typeface="Consolas"/>
                <a:cs typeface="Consolas"/>
              </a:rPr>
              <a:t>'bold'</a:t>
            </a:r>
            <a:r>
              <a:rPr lang="en-US" dirty="0">
                <a:solidFill>
                  <a:srgbClr val="CCCCCC"/>
                </a:solidFill>
                <a:latin typeface="Consolas"/>
                <a:ea typeface="Consolas"/>
                <a:cs typeface="Consolas"/>
              </a:rPr>
              <a:t>), </a:t>
            </a:r>
            <a:r>
              <a:rPr lang="en-US" dirty="0" err="1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bg</a:t>
            </a:r>
            <a:r>
              <a:rPr lang="en-US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=</a:t>
            </a:r>
            <a:r>
              <a:rPr lang="en-US" dirty="0">
                <a:solidFill>
                  <a:srgbClr val="CE9178"/>
                </a:solidFill>
                <a:latin typeface="Consolas"/>
                <a:ea typeface="Consolas"/>
                <a:cs typeface="Consolas"/>
              </a:rPr>
              <a:t>'#515151'</a:t>
            </a:r>
            <a:r>
              <a:rPr lang="en-US" dirty="0">
                <a:solidFill>
                  <a:srgbClr val="CCCCCC"/>
                </a:solidFill>
                <a:latin typeface="Consolas"/>
                <a:ea typeface="Consolas"/>
                <a:cs typeface="Consolas"/>
              </a:rPr>
              <a:t>,</a:t>
            </a:r>
            <a:r>
              <a:rPr lang="en-US" dirty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fg</a:t>
            </a:r>
            <a:r>
              <a:rPr lang="en-US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=</a:t>
            </a:r>
            <a:r>
              <a:rPr lang="en-US" dirty="0">
                <a:solidFill>
                  <a:srgbClr val="CE9178"/>
                </a:solidFill>
                <a:latin typeface="Consolas"/>
                <a:ea typeface="Consolas"/>
                <a:cs typeface="Consolas"/>
              </a:rPr>
              <a:t>'white'</a:t>
            </a:r>
            <a:r>
              <a:rPr lang="en-US" dirty="0">
                <a:solidFill>
                  <a:srgbClr val="CCCCCC"/>
                </a:solidFill>
                <a:latin typeface="Consolas"/>
                <a:ea typeface="Consolas"/>
                <a:cs typeface="Consolas"/>
              </a:rPr>
              <a:t>).</a:t>
            </a:r>
            <a:r>
              <a:rPr lang="en-US" dirty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place</a:t>
            </a:r>
            <a:r>
              <a:rPr lang="en-US" dirty="0">
                <a:solidFill>
                  <a:srgbClr val="CCCCCC"/>
                </a:solidFill>
                <a:latin typeface="Consolas"/>
                <a:ea typeface="Consolas"/>
                <a:cs typeface="Consolas"/>
              </a:rPr>
              <a:t>(</a:t>
            </a:r>
            <a:r>
              <a:rPr lang="en-US" dirty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x</a:t>
            </a:r>
            <a:r>
              <a:rPr lang="en-US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=</a:t>
            </a:r>
            <a:r>
              <a:rPr lang="en-US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90</a:t>
            </a:r>
            <a:r>
              <a:rPr lang="en-US" dirty="0">
                <a:solidFill>
                  <a:srgbClr val="CCCCCC"/>
                </a:solidFill>
                <a:latin typeface="Consolas"/>
                <a:ea typeface="Consolas"/>
                <a:cs typeface="Consolas"/>
              </a:rPr>
              <a:t>, </a:t>
            </a:r>
            <a:r>
              <a:rPr lang="en-US" dirty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y</a:t>
            </a:r>
            <a:r>
              <a:rPr lang="en-US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=</a:t>
            </a:r>
            <a:r>
              <a:rPr lang="en-US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160</a:t>
            </a:r>
            <a:r>
              <a:rPr lang="en-US" dirty="0">
                <a:solidFill>
                  <a:srgbClr val="CCCCCC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r>
              <a:rPr lang="en-US" dirty="0">
                <a:solidFill>
                  <a:srgbClr val="CCCCCC"/>
                </a:solidFill>
                <a:latin typeface="Consolas"/>
                <a:ea typeface="Consolas"/>
                <a:cs typeface="Consolas"/>
              </a:rPr>
              <a:t>    </a:t>
            </a:r>
            <a:r>
              <a:rPr lang="en-US" dirty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except</a:t>
            </a:r>
            <a:r>
              <a:rPr lang="en-US" dirty="0">
                <a:solidFill>
                  <a:srgbClr val="CCCCCC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dirty="0" err="1">
                <a:solidFill>
                  <a:srgbClr val="4EC9B0"/>
                </a:solidFill>
                <a:latin typeface="Consolas"/>
                <a:ea typeface="Consolas"/>
                <a:cs typeface="Consolas"/>
              </a:rPr>
              <a:t>PermissionError</a:t>
            </a:r>
            <a:r>
              <a:rPr lang="en-US" dirty="0">
                <a:solidFill>
                  <a:srgbClr val="CCCCCC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r>
              <a:rPr lang="en-US" dirty="0">
                <a:solidFill>
                  <a:srgbClr val="CCCCCC"/>
                </a:solidFill>
                <a:latin typeface="Consolas"/>
                <a:ea typeface="Consolas"/>
                <a:cs typeface="Consolas"/>
              </a:rPr>
              <a:t>        </a:t>
            </a:r>
            <a:r>
              <a:rPr lang="en-US" dirty="0" err="1">
                <a:solidFill>
                  <a:srgbClr val="4EC9B0"/>
                </a:solidFill>
                <a:latin typeface="Consolas"/>
                <a:ea typeface="Consolas"/>
                <a:cs typeface="Consolas"/>
              </a:rPr>
              <a:t>messagebox</a:t>
            </a:r>
            <a:r>
              <a:rPr lang="en-US" dirty="0" err="1">
                <a:solidFill>
                  <a:srgbClr val="CCCCCC"/>
                </a:solidFill>
                <a:latin typeface="Consolas"/>
                <a:ea typeface="Consolas"/>
                <a:cs typeface="Consolas"/>
              </a:rPr>
              <a:t>.</a:t>
            </a:r>
            <a:r>
              <a:rPr lang="en-US" dirty="0" err="1">
                <a:solidFill>
                  <a:srgbClr val="DCDCAA"/>
                </a:solidFill>
                <a:latin typeface="Consolas"/>
                <a:ea typeface="Consolas"/>
                <a:cs typeface="Consolas"/>
              </a:rPr>
              <a:t>showerror</a:t>
            </a:r>
            <a:r>
              <a:rPr lang="en-US" dirty="0">
                <a:solidFill>
                  <a:srgbClr val="CCCCCC"/>
                </a:solidFill>
                <a:latin typeface="Consolas"/>
                <a:ea typeface="Consolas"/>
                <a:cs typeface="Consolas"/>
              </a:rPr>
              <a:t>(</a:t>
            </a:r>
            <a:r>
              <a:rPr lang="en-US" dirty="0">
                <a:solidFill>
                  <a:srgbClr val="CE9178"/>
                </a:solidFill>
                <a:latin typeface="Consolas"/>
                <a:ea typeface="Consolas"/>
                <a:cs typeface="Consolas"/>
              </a:rPr>
              <a:t>"Permission Denied"</a:t>
            </a:r>
            <a:r>
              <a:rPr lang="en-US" dirty="0">
                <a:solidFill>
                  <a:srgbClr val="CCCCCC"/>
                </a:solidFill>
                <a:latin typeface="Consolas"/>
                <a:ea typeface="Consolas"/>
                <a:cs typeface="Consolas"/>
              </a:rPr>
              <a:t>, </a:t>
            </a:r>
            <a:r>
              <a:rPr lang="en-US" dirty="0">
                <a:solidFill>
                  <a:srgbClr val="CE9178"/>
                </a:solidFill>
                <a:latin typeface="Consolas"/>
                <a:ea typeface="Consolas"/>
                <a:cs typeface="Consolas"/>
              </a:rPr>
              <a:t>"Run this program as Administrator."</a:t>
            </a:r>
            <a:r>
              <a:rPr lang="en-US" dirty="0">
                <a:solidFill>
                  <a:srgbClr val="CCCCCC"/>
                </a:solidFill>
                <a:latin typeface="Consolas"/>
                <a:ea typeface="Consolas"/>
                <a:cs typeface="Consolas"/>
              </a:rPr>
              <a:t>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7DF59D9-E2E7-35C3-5FC4-6B20E0586013}"/>
              </a:ext>
            </a:extLst>
          </p:cNvPr>
          <p:cNvSpPr txBox="1"/>
          <p:nvPr/>
        </p:nvSpPr>
        <p:spPr>
          <a:xfrm>
            <a:off x="955788" y="546165"/>
            <a:ext cx="9289112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</a:rPr>
              <a:t>FUNCTION TO BLOCK WEBSITES</a:t>
            </a:r>
          </a:p>
        </p:txBody>
      </p:sp>
    </p:spTree>
    <p:extLst>
      <p:ext uri="{BB962C8B-B14F-4D97-AF65-F5344CB8AC3E}">
        <p14:creationId xmlns:p14="http://schemas.microsoft.com/office/powerpoint/2010/main" val="19925755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BF07AC-216D-6126-35FD-025E0938C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41BDABB-5491-9783-7085-6095330E3097}"/>
              </a:ext>
            </a:extLst>
          </p:cNvPr>
          <p:cNvSpPr/>
          <p:nvPr/>
        </p:nvSpPr>
        <p:spPr>
          <a:xfrm>
            <a:off x="34135" y="170676"/>
            <a:ext cx="10240594" cy="179210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blue and white logo&#10;&#10;AI-generated content may be incorrect.">
            <a:extLst>
              <a:ext uri="{FF2B5EF4-FFF2-40B4-BE49-F238E27FC236}">
                <a16:creationId xmlns:a16="http://schemas.microsoft.com/office/drawing/2014/main" id="{9F4597A1-DD96-177B-E4C4-3098C08379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1881" y="-3023"/>
            <a:ext cx="1905000" cy="1905000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4C8F60D-B096-9E76-CF6F-1464E3CE546B}"/>
              </a:ext>
            </a:extLst>
          </p:cNvPr>
          <p:cNvSpPr/>
          <p:nvPr/>
        </p:nvSpPr>
        <p:spPr>
          <a:xfrm>
            <a:off x="398335" y="166376"/>
            <a:ext cx="9489617" cy="14507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051FB4-5BFA-1109-62D2-D5CA70B40BD5}"/>
              </a:ext>
            </a:extLst>
          </p:cNvPr>
          <p:cNvSpPr txBox="1"/>
          <p:nvPr/>
        </p:nvSpPr>
        <p:spPr>
          <a:xfrm>
            <a:off x="31714" y="1719533"/>
            <a:ext cx="11967397" cy="45243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rgbClr val="569CD6"/>
                </a:solidFill>
                <a:latin typeface="Consolas"/>
              </a:rPr>
              <a:t>def</a:t>
            </a:r>
            <a:r>
              <a:rPr lang="en-US" dirty="0">
                <a:solidFill>
                  <a:srgbClr val="CCCCCC"/>
                </a:solidFill>
                <a:latin typeface="Consolas"/>
              </a:rPr>
              <a:t> </a:t>
            </a:r>
            <a:r>
              <a:rPr lang="en-US" dirty="0">
                <a:solidFill>
                  <a:srgbClr val="DCDCAA"/>
                </a:solidFill>
                <a:latin typeface="Consolas"/>
              </a:rPr>
              <a:t>unblock</a:t>
            </a:r>
            <a:r>
              <a:rPr lang="en-US" dirty="0">
                <a:solidFill>
                  <a:srgbClr val="CCCCCC"/>
                </a:solidFill>
                <a:latin typeface="Consolas"/>
              </a:rPr>
              <a:t>():</a:t>
            </a:r>
            <a:endParaRPr lang="en-US"/>
          </a:p>
          <a:p>
            <a:r>
              <a:rPr lang="en-US" dirty="0">
                <a:solidFill>
                  <a:srgbClr val="CCCCCC"/>
                </a:solidFill>
                <a:latin typeface="Consolas"/>
              </a:rPr>
              <a:t>    </a:t>
            </a:r>
            <a:r>
              <a:rPr lang="en-US" dirty="0" err="1">
                <a:solidFill>
                  <a:srgbClr val="9CDCFE"/>
                </a:solidFill>
                <a:latin typeface="Consolas"/>
              </a:rPr>
              <a:t>ws_list</a:t>
            </a:r>
            <a:r>
              <a:rPr lang="en-US" dirty="0">
                <a:solidFill>
                  <a:srgbClr val="CCCCCC"/>
                </a:solidFill>
                <a:latin typeface="Consolas"/>
              </a:rPr>
              <a:t> </a:t>
            </a:r>
            <a:r>
              <a:rPr lang="en-US" dirty="0">
                <a:solidFill>
                  <a:srgbClr val="D4D4D4"/>
                </a:solidFill>
                <a:latin typeface="Consolas"/>
              </a:rPr>
              <a:t>=</a:t>
            </a:r>
            <a:r>
              <a:rPr lang="en-US" dirty="0">
                <a:solidFill>
                  <a:srgbClr val="CCCCCC"/>
                </a:solidFill>
                <a:latin typeface="Consolas"/>
              </a:rPr>
              <a:t> </a:t>
            </a:r>
            <a:r>
              <a:rPr lang="en-US" dirty="0">
                <a:solidFill>
                  <a:srgbClr val="9CDCFE"/>
                </a:solidFill>
                <a:latin typeface="Consolas"/>
              </a:rPr>
              <a:t>en1</a:t>
            </a:r>
            <a:r>
              <a:rPr lang="en-US" dirty="0">
                <a:solidFill>
                  <a:srgbClr val="CCCCCC"/>
                </a:solidFill>
                <a:latin typeface="Consolas"/>
              </a:rPr>
              <a:t>.</a:t>
            </a:r>
            <a:r>
              <a:rPr lang="en-US" dirty="0">
                <a:solidFill>
                  <a:srgbClr val="DCDCAA"/>
                </a:solidFill>
                <a:latin typeface="Consolas"/>
              </a:rPr>
              <a:t>get</a:t>
            </a:r>
            <a:r>
              <a:rPr lang="en-US" dirty="0">
                <a:solidFill>
                  <a:srgbClr val="CCCCCC"/>
                </a:solidFill>
                <a:latin typeface="Consolas"/>
              </a:rPr>
              <a:t>(</a:t>
            </a:r>
            <a:r>
              <a:rPr lang="en-US" dirty="0">
                <a:solidFill>
                  <a:srgbClr val="CE9178"/>
                </a:solidFill>
                <a:latin typeface="Consolas"/>
              </a:rPr>
              <a:t>"1.0"</a:t>
            </a:r>
            <a:r>
              <a:rPr lang="en-US" dirty="0">
                <a:solidFill>
                  <a:srgbClr val="CCCCCC"/>
                </a:solidFill>
                <a:latin typeface="Consolas"/>
              </a:rPr>
              <a:t>, </a:t>
            </a:r>
            <a:r>
              <a:rPr lang="en-US" dirty="0">
                <a:solidFill>
                  <a:srgbClr val="4FC1FF"/>
                </a:solidFill>
                <a:latin typeface="Consolas"/>
              </a:rPr>
              <a:t>END</a:t>
            </a:r>
            <a:r>
              <a:rPr lang="en-US" dirty="0">
                <a:solidFill>
                  <a:srgbClr val="CCCCCC"/>
                </a:solidFill>
                <a:latin typeface="Consolas"/>
              </a:rPr>
              <a:t>)</a:t>
            </a:r>
            <a:endParaRPr lang="en-US" dirty="0"/>
          </a:p>
          <a:p>
            <a:r>
              <a:rPr lang="en-US" dirty="0">
                <a:solidFill>
                  <a:srgbClr val="CCCCCC"/>
                </a:solidFill>
                <a:latin typeface="Consolas"/>
              </a:rPr>
              <a:t>    </a:t>
            </a:r>
            <a:r>
              <a:rPr lang="en-US" dirty="0" err="1">
                <a:solidFill>
                  <a:srgbClr val="9CDCFE"/>
                </a:solidFill>
                <a:latin typeface="Consolas"/>
              </a:rPr>
              <a:t>ws</a:t>
            </a:r>
            <a:r>
              <a:rPr lang="en-US" dirty="0">
                <a:solidFill>
                  <a:srgbClr val="CCCCCC"/>
                </a:solidFill>
                <a:latin typeface="Consolas"/>
              </a:rPr>
              <a:t> </a:t>
            </a:r>
            <a:r>
              <a:rPr lang="en-US" dirty="0">
                <a:solidFill>
                  <a:srgbClr val="D4D4D4"/>
                </a:solidFill>
                <a:latin typeface="Consolas"/>
              </a:rPr>
              <a:t>=</a:t>
            </a:r>
            <a:r>
              <a:rPr lang="en-US" dirty="0">
                <a:solidFill>
                  <a:srgbClr val="CCCCCC"/>
                </a:solidFill>
                <a:latin typeface="Consolas"/>
              </a:rPr>
              <a:t> [</a:t>
            </a:r>
            <a:r>
              <a:rPr lang="en-US" dirty="0" err="1">
                <a:solidFill>
                  <a:srgbClr val="9CDCFE"/>
                </a:solidFill>
                <a:latin typeface="Consolas"/>
              </a:rPr>
              <a:t>w</a:t>
            </a:r>
            <a:r>
              <a:rPr lang="en-US" dirty="0" err="1">
                <a:solidFill>
                  <a:srgbClr val="CCCCCC"/>
                </a:solidFill>
                <a:latin typeface="Consolas"/>
              </a:rPr>
              <a:t>.</a:t>
            </a:r>
            <a:r>
              <a:rPr lang="en-US" dirty="0" err="1">
                <a:solidFill>
                  <a:srgbClr val="DCDCAA"/>
                </a:solidFill>
                <a:latin typeface="Consolas"/>
              </a:rPr>
              <a:t>strip</a:t>
            </a:r>
            <a:r>
              <a:rPr lang="en-US" dirty="0">
                <a:solidFill>
                  <a:srgbClr val="CCCCCC"/>
                </a:solidFill>
                <a:latin typeface="Consolas"/>
              </a:rPr>
              <a:t>() </a:t>
            </a:r>
            <a:r>
              <a:rPr lang="en-US" dirty="0">
                <a:solidFill>
                  <a:srgbClr val="C586C0"/>
                </a:solidFill>
                <a:latin typeface="Consolas"/>
              </a:rPr>
              <a:t>for</a:t>
            </a:r>
            <a:r>
              <a:rPr lang="en-US" dirty="0">
                <a:solidFill>
                  <a:srgbClr val="CCCCCC"/>
                </a:solidFill>
                <a:latin typeface="Consolas"/>
              </a:rPr>
              <a:t> </a:t>
            </a:r>
            <a:r>
              <a:rPr lang="en-US" dirty="0">
                <a:solidFill>
                  <a:srgbClr val="9CDCFE"/>
                </a:solidFill>
                <a:latin typeface="Consolas"/>
              </a:rPr>
              <a:t>w</a:t>
            </a:r>
            <a:r>
              <a:rPr lang="en-US" dirty="0">
                <a:solidFill>
                  <a:srgbClr val="CCCCCC"/>
                </a:solidFill>
                <a:latin typeface="Consolas"/>
              </a:rPr>
              <a:t> </a:t>
            </a:r>
            <a:r>
              <a:rPr lang="en-US" dirty="0">
                <a:solidFill>
                  <a:srgbClr val="C586C0"/>
                </a:solidFill>
                <a:latin typeface="Consolas"/>
              </a:rPr>
              <a:t>in</a:t>
            </a:r>
            <a:r>
              <a:rPr lang="en-US" dirty="0">
                <a:solidFill>
                  <a:srgbClr val="CCCCCC"/>
                </a:solidFill>
                <a:latin typeface="Consolas"/>
              </a:rPr>
              <a:t> </a:t>
            </a:r>
            <a:r>
              <a:rPr lang="en-US" dirty="0" err="1">
                <a:solidFill>
                  <a:srgbClr val="9CDCFE"/>
                </a:solidFill>
                <a:latin typeface="Consolas"/>
              </a:rPr>
              <a:t>ws_list</a:t>
            </a:r>
            <a:r>
              <a:rPr lang="en-US" dirty="0" err="1">
                <a:solidFill>
                  <a:srgbClr val="CCCCCC"/>
                </a:solidFill>
                <a:latin typeface="Consolas"/>
              </a:rPr>
              <a:t>.</a:t>
            </a:r>
            <a:r>
              <a:rPr lang="en-US" dirty="0" err="1">
                <a:solidFill>
                  <a:srgbClr val="DCDCAA"/>
                </a:solidFill>
                <a:latin typeface="Consolas"/>
              </a:rPr>
              <a:t>split</a:t>
            </a:r>
            <a:r>
              <a:rPr lang="en-US" dirty="0">
                <a:solidFill>
                  <a:srgbClr val="CCCCCC"/>
                </a:solidFill>
                <a:latin typeface="Consolas"/>
              </a:rPr>
              <a:t>(</a:t>
            </a:r>
            <a:r>
              <a:rPr lang="en-US" dirty="0">
                <a:solidFill>
                  <a:srgbClr val="CE9178"/>
                </a:solidFill>
                <a:latin typeface="Consolas"/>
              </a:rPr>
              <a:t>","</a:t>
            </a:r>
            <a:r>
              <a:rPr lang="en-US" dirty="0">
                <a:solidFill>
                  <a:srgbClr val="CCCCCC"/>
                </a:solidFill>
                <a:latin typeface="Consolas"/>
              </a:rPr>
              <a:t>) </a:t>
            </a:r>
            <a:r>
              <a:rPr lang="en-US" dirty="0">
                <a:solidFill>
                  <a:srgbClr val="C586C0"/>
                </a:solidFill>
                <a:latin typeface="Consolas"/>
              </a:rPr>
              <a:t>if</a:t>
            </a:r>
            <a:r>
              <a:rPr lang="en-US" dirty="0">
                <a:solidFill>
                  <a:srgbClr val="CCCCCC"/>
                </a:solidFill>
                <a:latin typeface="Consolas"/>
              </a:rPr>
              <a:t> </a:t>
            </a:r>
            <a:r>
              <a:rPr lang="en-US" dirty="0" err="1">
                <a:solidFill>
                  <a:srgbClr val="9CDCFE"/>
                </a:solidFill>
                <a:latin typeface="Consolas"/>
              </a:rPr>
              <a:t>w</a:t>
            </a:r>
            <a:r>
              <a:rPr lang="en-US" dirty="0" err="1">
                <a:solidFill>
                  <a:srgbClr val="CCCCCC"/>
                </a:solidFill>
                <a:latin typeface="Consolas"/>
              </a:rPr>
              <a:t>.</a:t>
            </a:r>
            <a:r>
              <a:rPr lang="en-US" dirty="0" err="1">
                <a:solidFill>
                  <a:srgbClr val="DCDCAA"/>
                </a:solidFill>
                <a:latin typeface="Consolas"/>
              </a:rPr>
              <a:t>strip</a:t>
            </a:r>
            <a:r>
              <a:rPr lang="en-US" dirty="0">
                <a:solidFill>
                  <a:srgbClr val="CCCCCC"/>
                </a:solidFill>
                <a:latin typeface="Consolas"/>
              </a:rPr>
              <a:t>()]</a:t>
            </a:r>
            <a:endParaRPr lang="en-US" dirty="0"/>
          </a:p>
          <a:p>
            <a:r>
              <a:rPr lang="en-US" dirty="0">
                <a:solidFill>
                  <a:srgbClr val="CCCCCC"/>
                </a:solidFill>
                <a:latin typeface="Consolas"/>
              </a:rPr>
              <a:t>    </a:t>
            </a:r>
            <a:r>
              <a:rPr lang="en-US" dirty="0">
                <a:solidFill>
                  <a:srgbClr val="C586C0"/>
                </a:solidFill>
                <a:latin typeface="Consolas"/>
              </a:rPr>
              <a:t>try</a:t>
            </a:r>
            <a:r>
              <a:rPr lang="en-US" dirty="0">
                <a:solidFill>
                  <a:srgbClr val="CCCCCC"/>
                </a:solidFill>
                <a:latin typeface="Consolas"/>
              </a:rPr>
              <a:t>:</a:t>
            </a:r>
            <a:endParaRPr lang="en-US" dirty="0"/>
          </a:p>
          <a:p>
            <a:r>
              <a:rPr lang="en-US" dirty="0">
                <a:solidFill>
                  <a:srgbClr val="CCCCCC"/>
                </a:solidFill>
                <a:latin typeface="Consolas"/>
              </a:rPr>
              <a:t>        </a:t>
            </a:r>
            <a:r>
              <a:rPr lang="en-US" dirty="0">
                <a:solidFill>
                  <a:srgbClr val="C586C0"/>
                </a:solidFill>
                <a:latin typeface="Consolas"/>
              </a:rPr>
              <a:t>with</a:t>
            </a:r>
            <a:r>
              <a:rPr lang="en-US" dirty="0">
                <a:solidFill>
                  <a:srgbClr val="CCCCCC"/>
                </a:solidFill>
                <a:latin typeface="Consolas"/>
              </a:rPr>
              <a:t> </a:t>
            </a:r>
            <a:r>
              <a:rPr lang="en-US" dirty="0">
                <a:solidFill>
                  <a:srgbClr val="DCDCAA"/>
                </a:solidFill>
                <a:latin typeface="Consolas"/>
              </a:rPr>
              <a:t>open</a:t>
            </a:r>
            <a:r>
              <a:rPr lang="en-US" dirty="0">
                <a:solidFill>
                  <a:srgbClr val="CCCCCC"/>
                </a:solidFill>
                <a:latin typeface="Consolas"/>
              </a:rPr>
              <a:t>(</a:t>
            </a:r>
            <a:r>
              <a:rPr lang="en-US" err="1">
                <a:solidFill>
                  <a:srgbClr val="9CDCFE"/>
                </a:solidFill>
                <a:latin typeface="Consolas"/>
              </a:rPr>
              <a:t>host_path</a:t>
            </a:r>
            <a:r>
              <a:rPr lang="en-US" dirty="0">
                <a:solidFill>
                  <a:srgbClr val="CCCCCC"/>
                </a:solidFill>
                <a:latin typeface="Consolas"/>
              </a:rPr>
              <a:t>, </a:t>
            </a:r>
            <a:r>
              <a:rPr lang="en-US" dirty="0">
                <a:solidFill>
                  <a:srgbClr val="CE9178"/>
                </a:solidFill>
                <a:latin typeface="Consolas"/>
              </a:rPr>
              <a:t>'r+'</a:t>
            </a:r>
            <a:r>
              <a:rPr lang="en-US" dirty="0">
                <a:solidFill>
                  <a:srgbClr val="CCCCCC"/>
                </a:solidFill>
                <a:latin typeface="Consolas"/>
              </a:rPr>
              <a:t>) </a:t>
            </a:r>
            <a:r>
              <a:rPr lang="en-US" dirty="0">
                <a:solidFill>
                  <a:srgbClr val="C586C0"/>
                </a:solidFill>
                <a:latin typeface="Consolas"/>
              </a:rPr>
              <a:t>as</a:t>
            </a:r>
            <a:r>
              <a:rPr lang="en-US" dirty="0">
                <a:solidFill>
                  <a:srgbClr val="CCCCCC"/>
                </a:solidFill>
                <a:latin typeface="Consolas"/>
              </a:rPr>
              <a:t> </a:t>
            </a:r>
            <a:r>
              <a:rPr lang="en-US" err="1">
                <a:solidFill>
                  <a:srgbClr val="9CDCFE"/>
                </a:solidFill>
                <a:latin typeface="Consolas"/>
              </a:rPr>
              <a:t>host_file</a:t>
            </a:r>
            <a:r>
              <a:rPr lang="en-US" dirty="0">
                <a:solidFill>
                  <a:srgbClr val="CCCCCC"/>
                </a:solidFill>
                <a:latin typeface="Consolas"/>
              </a:rPr>
              <a:t>:</a:t>
            </a:r>
            <a:endParaRPr lang="en-US"/>
          </a:p>
          <a:p>
            <a:r>
              <a:rPr lang="en-US" dirty="0">
                <a:solidFill>
                  <a:srgbClr val="CCCCCC"/>
                </a:solidFill>
                <a:latin typeface="Consolas"/>
              </a:rPr>
              <a:t>            </a:t>
            </a:r>
            <a:r>
              <a:rPr lang="en-US" dirty="0">
                <a:solidFill>
                  <a:srgbClr val="9CDCFE"/>
                </a:solidFill>
                <a:latin typeface="Consolas"/>
              </a:rPr>
              <a:t>lines</a:t>
            </a:r>
            <a:r>
              <a:rPr lang="en-US" dirty="0">
                <a:solidFill>
                  <a:srgbClr val="CCCCCC"/>
                </a:solidFill>
                <a:latin typeface="Consolas"/>
              </a:rPr>
              <a:t> </a:t>
            </a:r>
            <a:r>
              <a:rPr lang="en-US" dirty="0">
                <a:solidFill>
                  <a:srgbClr val="D4D4D4"/>
                </a:solidFill>
                <a:latin typeface="Consolas"/>
              </a:rPr>
              <a:t>=</a:t>
            </a:r>
            <a:r>
              <a:rPr lang="en-US" dirty="0">
                <a:solidFill>
                  <a:srgbClr val="CCCCCC"/>
                </a:solidFill>
                <a:latin typeface="Consolas"/>
              </a:rPr>
              <a:t> </a:t>
            </a:r>
            <a:r>
              <a:rPr lang="en-US" err="1">
                <a:solidFill>
                  <a:srgbClr val="9CDCFE"/>
                </a:solidFill>
                <a:latin typeface="Consolas"/>
              </a:rPr>
              <a:t>host_file</a:t>
            </a:r>
            <a:r>
              <a:rPr lang="en-US" err="1">
                <a:solidFill>
                  <a:srgbClr val="CCCCCC"/>
                </a:solidFill>
                <a:latin typeface="Consolas"/>
              </a:rPr>
              <a:t>.</a:t>
            </a:r>
            <a:r>
              <a:rPr lang="en-US" err="1">
                <a:solidFill>
                  <a:srgbClr val="DCDCAA"/>
                </a:solidFill>
                <a:latin typeface="Consolas"/>
              </a:rPr>
              <a:t>readlines</a:t>
            </a:r>
            <a:r>
              <a:rPr lang="en-US" dirty="0">
                <a:solidFill>
                  <a:srgbClr val="CCCCCC"/>
                </a:solidFill>
                <a:latin typeface="Consolas"/>
              </a:rPr>
              <a:t>()</a:t>
            </a:r>
            <a:endParaRPr lang="en-US"/>
          </a:p>
          <a:p>
            <a:r>
              <a:rPr lang="en-US" dirty="0">
                <a:solidFill>
                  <a:srgbClr val="CCCCCC"/>
                </a:solidFill>
                <a:latin typeface="Consolas"/>
              </a:rPr>
              <a:t>            </a:t>
            </a:r>
            <a:r>
              <a:rPr lang="en-US" err="1">
                <a:solidFill>
                  <a:srgbClr val="9CDCFE"/>
                </a:solidFill>
                <a:latin typeface="Consolas"/>
              </a:rPr>
              <a:t>host_file</a:t>
            </a:r>
            <a:r>
              <a:rPr lang="en-US" err="1">
                <a:solidFill>
                  <a:srgbClr val="CCCCCC"/>
                </a:solidFill>
                <a:latin typeface="Consolas"/>
              </a:rPr>
              <a:t>.</a:t>
            </a:r>
            <a:r>
              <a:rPr lang="en-US" err="1">
                <a:solidFill>
                  <a:srgbClr val="DCDCAA"/>
                </a:solidFill>
                <a:latin typeface="Consolas"/>
              </a:rPr>
              <a:t>seek</a:t>
            </a:r>
            <a:r>
              <a:rPr lang="en-US" dirty="0">
                <a:solidFill>
                  <a:srgbClr val="CCCCCC"/>
                </a:solidFill>
                <a:latin typeface="Consolas"/>
              </a:rPr>
              <a:t>(</a:t>
            </a:r>
            <a:r>
              <a:rPr lang="en-US" dirty="0">
                <a:solidFill>
                  <a:srgbClr val="B5CEA8"/>
                </a:solidFill>
                <a:latin typeface="Consolas"/>
              </a:rPr>
              <a:t>0</a:t>
            </a:r>
            <a:r>
              <a:rPr lang="en-US" dirty="0">
                <a:solidFill>
                  <a:srgbClr val="CCCCCC"/>
                </a:solidFill>
                <a:latin typeface="Consolas"/>
              </a:rPr>
              <a:t>)</a:t>
            </a:r>
            <a:endParaRPr lang="en-US"/>
          </a:p>
          <a:p>
            <a:r>
              <a:rPr lang="en-US" dirty="0">
                <a:solidFill>
                  <a:srgbClr val="CCCCCC"/>
                </a:solidFill>
                <a:latin typeface="Consolas"/>
              </a:rPr>
              <a:t>            </a:t>
            </a:r>
            <a:r>
              <a:rPr lang="en-US" dirty="0">
                <a:solidFill>
                  <a:srgbClr val="C586C0"/>
                </a:solidFill>
                <a:latin typeface="Consolas"/>
              </a:rPr>
              <a:t>for</a:t>
            </a:r>
            <a:r>
              <a:rPr lang="en-US" dirty="0">
                <a:solidFill>
                  <a:srgbClr val="CCCCCC"/>
                </a:solidFill>
                <a:latin typeface="Consolas"/>
              </a:rPr>
              <a:t> </a:t>
            </a:r>
            <a:r>
              <a:rPr lang="en-US" dirty="0">
                <a:solidFill>
                  <a:srgbClr val="9CDCFE"/>
                </a:solidFill>
                <a:latin typeface="Consolas"/>
              </a:rPr>
              <a:t>line</a:t>
            </a:r>
            <a:r>
              <a:rPr lang="en-US" dirty="0">
                <a:solidFill>
                  <a:srgbClr val="CCCCCC"/>
                </a:solidFill>
                <a:latin typeface="Consolas"/>
              </a:rPr>
              <a:t> </a:t>
            </a:r>
            <a:r>
              <a:rPr lang="en-US" dirty="0">
                <a:solidFill>
                  <a:srgbClr val="C586C0"/>
                </a:solidFill>
                <a:latin typeface="Consolas"/>
              </a:rPr>
              <a:t>in</a:t>
            </a:r>
            <a:r>
              <a:rPr lang="en-US" dirty="0">
                <a:solidFill>
                  <a:srgbClr val="CCCCCC"/>
                </a:solidFill>
                <a:latin typeface="Consolas"/>
              </a:rPr>
              <a:t> </a:t>
            </a:r>
            <a:r>
              <a:rPr lang="en-US" dirty="0">
                <a:solidFill>
                  <a:srgbClr val="9CDCFE"/>
                </a:solidFill>
                <a:latin typeface="Consolas"/>
              </a:rPr>
              <a:t>lines</a:t>
            </a:r>
            <a:r>
              <a:rPr lang="en-US" dirty="0">
                <a:solidFill>
                  <a:srgbClr val="CCCCCC"/>
                </a:solidFill>
                <a:latin typeface="Consolas"/>
              </a:rPr>
              <a:t>:</a:t>
            </a:r>
            <a:endParaRPr lang="en-US"/>
          </a:p>
          <a:p>
            <a:r>
              <a:rPr lang="en-US" dirty="0">
                <a:solidFill>
                  <a:srgbClr val="CCCCCC"/>
                </a:solidFill>
                <a:latin typeface="Consolas"/>
              </a:rPr>
              <a:t>                </a:t>
            </a:r>
            <a:r>
              <a:rPr lang="en-US" dirty="0">
                <a:solidFill>
                  <a:srgbClr val="C586C0"/>
                </a:solidFill>
                <a:latin typeface="Consolas"/>
              </a:rPr>
              <a:t>if</a:t>
            </a:r>
            <a:r>
              <a:rPr lang="en-US" dirty="0">
                <a:solidFill>
                  <a:srgbClr val="CCCCCC"/>
                </a:solidFill>
                <a:latin typeface="Consolas"/>
              </a:rPr>
              <a:t> </a:t>
            </a:r>
            <a:r>
              <a:rPr lang="en-US" dirty="0">
                <a:solidFill>
                  <a:srgbClr val="569CD6"/>
                </a:solidFill>
                <a:latin typeface="Consolas"/>
              </a:rPr>
              <a:t>not</a:t>
            </a:r>
            <a:r>
              <a:rPr lang="en-US" dirty="0">
                <a:solidFill>
                  <a:srgbClr val="CCCCCC"/>
                </a:solidFill>
                <a:latin typeface="Consolas"/>
              </a:rPr>
              <a:t> </a:t>
            </a:r>
            <a:r>
              <a:rPr lang="en-US" dirty="0">
                <a:solidFill>
                  <a:srgbClr val="DCDCAA"/>
                </a:solidFill>
                <a:latin typeface="Consolas"/>
              </a:rPr>
              <a:t>any</a:t>
            </a:r>
            <a:r>
              <a:rPr lang="en-US" dirty="0">
                <a:solidFill>
                  <a:srgbClr val="CCCCCC"/>
                </a:solidFill>
                <a:latin typeface="Consolas"/>
              </a:rPr>
              <a:t>(</a:t>
            </a:r>
            <a:r>
              <a:rPr lang="en-US" dirty="0">
                <a:solidFill>
                  <a:srgbClr val="9CDCFE"/>
                </a:solidFill>
                <a:latin typeface="Consolas"/>
              </a:rPr>
              <a:t>w</a:t>
            </a:r>
            <a:r>
              <a:rPr lang="en-US" dirty="0">
                <a:solidFill>
                  <a:srgbClr val="CCCCCC"/>
                </a:solidFill>
                <a:latin typeface="Consolas"/>
              </a:rPr>
              <a:t> </a:t>
            </a:r>
            <a:r>
              <a:rPr lang="en-US" dirty="0">
                <a:solidFill>
                  <a:srgbClr val="C586C0"/>
                </a:solidFill>
                <a:latin typeface="Consolas"/>
              </a:rPr>
              <a:t>in</a:t>
            </a:r>
            <a:r>
              <a:rPr lang="en-US" dirty="0">
                <a:solidFill>
                  <a:srgbClr val="CCCCCC"/>
                </a:solidFill>
                <a:latin typeface="Consolas"/>
              </a:rPr>
              <a:t> </a:t>
            </a:r>
            <a:r>
              <a:rPr lang="en-US" dirty="0">
                <a:solidFill>
                  <a:srgbClr val="9CDCFE"/>
                </a:solidFill>
                <a:latin typeface="Consolas"/>
              </a:rPr>
              <a:t>line</a:t>
            </a:r>
            <a:r>
              <a:rPr lang="en-US" dirty="0">
                <a:solidFill>
                  <a:srgbClr val="CCCCCC"/>
                </a:solidFill>
                <a:latin typeface="Consolas"/>
              </a:rPr>
              <a:t> </a:t>
            </a:r>
            <a:r>
              <a:rPr lang="en-US" dirty="0">
                <a:solidFill>
                  <a:srgbClr val="C586C0"/>
                </a:solidFill>
                <a:latin typeface="Consolas"/>
              </a:rPr>
              <a:t>for</a:t>
            </a:r>
            <a:r>
              <a:rPr lang="en-US" dirty="0">
                <a:solidFill>
                  <a:srgbClr val="CCCCCC"/>
                </a:solidFill>
                <a:latin typeface="Consolas"/>
              </a:rPr>
              <a:t> </a:t>
            </a:r>
            <a:r>
              <a:rPr lang="en-US" dirty="0">
                <a:solidFill>
                  <a:srgbClr val="9CDCFE"/>
                </a:solidFill>
                <a:latin typeface="Consolas"/>
              </a:rPr>
              <a:t>w</a:t>
            </a:r>
            <a:r>
              <a:rPr lang="en-US" dirty="0">
                <a:solidFill>
                  <a:srgbClr val="CCCCCC"/>
                </a:solidFill>
                <a:latin typeface="Consolas"/>
              </a:rPr>
              <a:t> </a:t>
            </a:r>
            <a:r>
              <a:rPr lang="en-US" dirty="0">
                <a:solidFill>
                  <a:srgbClr val="C586C0"/>
                </a:solidFill>
                <a:latin typeface="Consolas"/>
              </a:rPr>
              <a:t>in</a:t>
            </a:r>
            <a:r>
              <a:rPr lang="en-US" dirty="0">
                <a:solidFill>
                  <a:srgbClr val="CCCCCC"/>
                </a:solidFill>
                <a:latin typeface="Consolas"/>
              </a:rPr>
              <a:t> </a:t>
            </a:r>
            <a:r>
              <a:rPr lang="en-US" err="1">
                <a:solidFill>
                  <a:srgbClr val="9CDCFE"/>
                </a:solidFill>
                <a:latin typeface="Consolas"/>
              </a:rPr>
              <a:t>ws</a:t>
            </a:r>
            <a:r>
              <a:rPr lang="en-US" dirty="0">
                <a:solidFill>
                  <a:srgbClr val="CCCCCC"/>
                </a:solidFill>
                <a:latin typeface="Consolas"/>
              </a:rPr>
              <a:t>):</a:t>
            </a:r>
            <a:endParaRPr lang="en-US"/>
          </a:p>
          <a:p>
            <a:r>
              <a:rPr lang="en-US" dirty="0">
                <a:solidFill>
                  <a:srgbClr val="CCCCCC"/>
                </a:solidFill>
                <a:latin typeface="Consolas"/>
              </a:rPr>
              <a:t>                    </a:t>
            </a:r>
            <a:r>
              <a:rPr lang="en-US" err="1">
                <a:solidFill>
                  <a:srgbClr val="9CDCFE"/>
                </a:solidFill>
                <a:latin typeface="Consolas"/>
              </a:rPr>
              <a:t>host_file</a:t>
            </a:r>
            <a:r>
              <a:rPr lang="en-US" err="1">
                <a:solidFill>
                  <a:srgbClr val="CCCCCC"/>
                </a:solidFill>
                <a:latin typeface="Consolas"/>
              </a:rPr>
              <a:t>.</a:t>
            </a:r>
            <a:r>
              <a:rPr lang="en-US" err="1">
                <a:solidFill>
                  <a:srgbClr val="DCDCAA"/>
                </a:solidFill>
                <a:latin typeface="Consolas"/>
              </a:rPr>
              <a:t>write</a:t>
            </a:r>
            <a:r>
              <a:rPr lang="en-US" dirty="0">
                <a:solidFill>
                  <a:srgbClr val="CCCCCC"/>
                </a:solidFill>
                <a:latin typeface="Consolas"/>
              </a:rPr>
              <a:t>(</a:t>
            </a:r>
            <a:r>
              <a:rPr lang="en-US" dirty="0">
                <a:solidFill>
                  <a:srgbClr val="9CDCFE"/>
                </a:solidFill>
                <a:latin typeface="Consolas"/>
              </a:rPr>
              <a:t>line</a:t>
            </a:r>
            <a:r>
              <a:rPr lang="en-US" dirty="0">
                <a:solidFill>
                  <a:srgbClr val="CCCCCC"/>
                </a:solidFill>
                <a:latin typeface="Consolas"/>
              </a:rPr>
              <a:t>)</a:t>
            </a:r>
            <a:endParaRPr lang="en-US"/>
          </a:p>
          <a:p>
            <a:r>
              <a:rPr lang="en-US" dirty="0">
                <a:solidFill>
                  <a:srgbClr val="CCCCCC"/>
                </a:solidFill>
                <a:latin typeface="Consolas"/>
              </a:rPr>
              <a:t>            </a:t>
            </a:r>
            <a:r>
              <a:rPr lang="en-US" err="1">
                <a:solidFill>
                  <a:srgbClr val="9CDCFE"/>
                </a:solidFill>
                <a:latin typeface="Consolas"/>
              </a:rPr>
              <a:t>host_file</a:t>
            </a:r>
            <a:r>
              <a:rPr lang="en-US" err="1">
                <a:solidFill>
                  <a:srgbClr val="CCCCCC"/>
                </a:solidFill>
                <a:latin typeface="Consolas"/>
              </a:rPr>
              <a:t>.</a:t>
            </a:r>
            <a:r>
              <a:rPr lang="en-US" err="1">
                <a:solidFill>
                  <a:srgbClr val="DCDCAA"/>
                </a:solidFill>
                <a:latin typeface="Consolas"/>
              </a:rPr>
              <a:t>truncate</a:t>
            </a:r>
            <a:r>
              <a:rPr lang="en-US" dirty="0">
                <a:solidFill>
                  <a:srgbClr val="CCCCCC"/>
                </a:solidFill>
                <a:latin typeface="Consolas"/>
              </a:rPr>
              <a:t>()</a:t>
            </a:r>
            <a:endParaRPr lang="en-US"/>
          </a:p>
          <a:p>
            <a:r>
              <a:rPr lang="en-US" dirty="0">
                <a:solidFill>
                  <a:srgbClr val="CCCCCC"/>
                </a:solidFill>
                <a:latin typeface="Consolas"/>
              </a:rPr>
              <a:t>        </a:t>
            </a:r>
            <a:r>
              <a:rPr lang="en-US" dirty="0">
                <a:solidFill>
                  <a:srgbClr val="4EC9B0"/>
                </a:solidFill>
                <a:latin typeface="Consolas"/>
              </a:rPr>
              <a:t>Label</a:t>
            </a:r>
            <a:r>
              <a:rPr lang="en-US" dirty="0">
                <a:solidFill>
                  <a:srgbClr val="CCCCCC"/>
                </a:solidFill>
                <a:latin typeface="Consolas"/>
              </a:rPr>
              <a:t>(</a:t>
            </a:r>
            <a:r>
              <a:rPr lang="en-US" dirty="0">
                <a:solidFill>
                  <a:srgbClr val="9CDCFE"/>
                </a:solidFill>
                <a:latin typeface="Consolas"/>
              </a:rPr>
              <a:t>root</a:t>
            </a:r>
            <a:r>
              <a:rPr lang="en-US" dirty="0">
                <a:solidFill>
                  <a:srgbClr val="CCCCCC"/>
                </a:solidFill>
                <a:latin typeface="Consolas"/>
              </a:rPr>
              <a:t>, </a:t>
            </a:r>
            <a:r>
              <a:rPr lang="en-US" dirty="0">
                <a:solidFill>
                  <a:srgbClr val="9CDCFE"/>
                </a:solidFill>
                <a:latin typeface="Consolas"/>
              </a:rPr>
              <a:t>text</a:t>
            </a:r>
            <a:r>
              <a:rPr lang="en-US" dirty="0">
                <a:solidFill>
                  <a:srgbClr val="D4D4D4"/>
                </a:solidFill>
                <a:latin typeface="Consolas"/>
              </a:rPr>
              <a:t>=</a:t>
            </a:r>
            <a:r>
              <a:rPr lang="en-US" dirty="0">
                <a:solidFill>
                  <a:srgbClr val="CE9178"/>
                </a:solidFill>
                <a:latin typeface="Consolas"/>
              </a:rPr>
              <a:t>"Website(s) Unblocked!"</a:t>
            </a:r>
            <a:r>
              <a:rPr lang="en-US" dirty="0">
                <a:solidFill>
                  <a:srgbClr val="CCCCCC"/>
                </a:solidFill>
                <a:latin typeface="Consolas"/>
              </a:rPr>
              <a:t>, </a:t>
            </a:r>
            <a:r>
              <a:rPr lang="en-US" dirty="0">
                <a:solidFill>
                  <a:srgbClr val="9CDCFE"/>
                </a:solidFill>
                <a:latin typeface="Consolas"/>
              </a:rPr>
              <a:t>font</a:t>
            </a:r>
            <a:r>
              <a:rPr lang="en-US" dirty="0">
                <a:solidFill>
                  <a:srgbClr val="D4D4D4"/>
                </a:solidFill>
                <a:latin typeface="Consolas"/>
              </a:rPr>
              <a:t>=</a:t>
            </a:r>
            <a:r>
              <a:rPr lang="en-US" dirty="0">
                <a:solidFill>
                  <a:srgbClr val="CCCCCC"/>
                </a:solidFill>
                <a:latin typeface="Consolas"/>
              </a:rPr>
              <a:t>(</a:t>
            </a:r>
            <a:r>
              <a:rPr lang="en-US" dirty="0">
                <a:solidFill>
                  <a:srgbClr val="CE9178"/>
                </a:solidFill>
                <a:latin typeface="Consolas"/>
              </a:rPr>
              <a:t>'Arial'</a:t>
            </a:r>
            <a:r>
              <a:rPr lang="en-US" dirty="0">
                <a:solidFill>
                  <a:srgbClr val="CCCCCC"/>
                </a:solidFill>
                <a:latin typeface="Consolas"/>
              </a:rPr>
              <a:t>, </a:t>
            </a:r>
            <a:r>
              <a:rPr lang="en-US" dirty="0">
                <a:solidFill>
                  <a:srgbClr val="B5CEA8"/>
                </a:solidFill>
                <a:latin typeface="Consolas"/>
              </a:rPr>
              <a:t>12</a:t>
            </a:r>
            <a:r>
              <a:rPr lang="en-US" dirty="0">
                <a:solidFill>
                  <a:srgbClr val="CCCCCC"/>
                </a:solidFill>
                <a:latin typeface="Consolas"/>
              </a:rPr>
              <a:t>, </a:t>
            </a:r>
            <a:r>
              <a:rPr lang="en-US" dirty="0">
                <a:solidFill>
                  <a:srgbClr val="CE9178"/>
                </a:solidFill>
                <a:latin typeface="Consolas"/>
              </a:rPr>
              <a:t>'bold'</a:t>
            </a:r>
            <a:r>
              <a:rPr lang="en-US" dirty="0">
                <a:solidFill>
                  <a:srgbClr val="CCCCCC"/>
                </a:solidFill>
                <a:latin typeface="Consolas"/>
              </a:rPr>
              <a:t>), </a:t>
            </a:r>
            <a:r>
              <a:rPr lang="en-US" err="1">
                <a:solidFill>
                  <a:srgbClr val="9CDCFE"/>
                </a:solidFill>
                <a:latin typeface="Consolas"/>
              </a:rPr>
              <a:t>bg</a:t>
            </a:r>
            <a:r>
              <a:rPr lang="en-US" dirty="0">
                <a:solidFill>
                  <a:srgbClr val="D4D4D4"/>
                </a:solidFill>
                <a:latin typeface="Consolas"/>
              </a:rPr>
              <a:t>=</a:t>
            </a:r>
            <a:r>
              <a:rPr lang="en-US" dirty="0">
                <a:solidFill>
                  <a:srgbClr val="CE9178"/>
                </a:solidFill>
                <a:latin typeface="Consolas"/>
              </a:rPr>
              <a:t>'#515151'</a:t>
            </a:r>
            <a:r>
              <a:rPr lang="en-US" dirty="0">
                <a:solidFill>
                  <a:srgbClr val="CCCCCC"/>
                </a:solidFill>
                <a:latin typeface="Consolas"/>
              </a:rPr>
              <a:t>, </a:t>
            </a:r>
            <a:r>
              <a:rPr lang="en-US" err="1">
                <a:solidFill>
                  <a:srgbClr val="9CDCFE"/>
                </a:solidFill>
                <a:latin typeface="Consolas"/>
              </a:rPr>
              <a:t>fg</a:t>
            </a:r>
            <a:r>
              <a:rPr lang="en-US" dirty="0">
                <a:solidFill>
                  <a:srgbClr val="D4D4D4"/>
                </a:solidFill>
                <a:latin typeface="Consolas"/>
              </a:rPr>
              <a:t>=</a:t>
            </a:r>
            <a:r>
              <a:rPr lang="en-US" dirty="0">
                <a:solidFill>
                  <a:srgbClr val="CE9178"/>
                </a:solidFill>
                <a:latin typeface="Consolas"/>
              </a:rPr>
              <a:t>'white'</a:t>
            </a:r>
            <a:r>
              <a:rPr lang="en-US" dirty="0">
                <a:solidFill>
                  <a:srgbClr val="CCCCCC"/>
                </a:solidFill>
                <a:latin typeface="Consolas"/>
              </a:rPr>
              <a:t>).</a:t>
            </a:r>
            <a:r>
              <a:rPr lang="en-US" dirty="0">
                <a:solidFill>
                  <a:srgbClr val="9CDCFE"/>
                </a:solidFill>
                <a:latin typeface="Consolas"/>
              </a:rPr>
              <a:t>place</a:t>
            </a:r>
            <a:r>
              <a:rPr lang="en-US" dirty="0">
                <a:solidFill>
                  <a:srgbClr val="CCCCCC"/>
                </a:solidFill>
                <a:latin typeface="Consolas"/>
              </a:rPr>
              <a:t>(</a:t>
            </a:r>
            <a:r>
              <a:rPr lang="en-US" dirty="0">
                <a:solidFill>
                  <a:srgbClr val="9CDCFE"/>
                </a:solidFill>
                <a:latin typeface="Consolas"/>
              </a:rPr>
              <a:t>x</a:t>
            </a:r>
            <a:r>
              <a:rPr lang="en-US" dirty="0">
                <a:solidFill>
                  <a:srgbClr val="D4D4D4"/>
                </a:solidFill>
                <a:latin typeface="Consolas"/>
              </a:rPr>
              <a:t>=</a:t>
            </a:r>
            <a:r>
              <a:rPr lang="en-US" dirty="0">
                <a:solidFill>
                  <a:srgbClr val="B5CEA8"/>
                </a:solidFill>
                <a:latin typeface="Consolas"/>
              </a:rPr>
              <a:t>90</a:t>
            </a:r>
            <a:r>
              <a:rPr lang="en-US" dirty="0">
                <a:solidFill>
                  <a:srgbClr val="CCCCCC"/>
                </a:solidFill>
                <a:latin typeface="Consolas"/>
              </a:rPr>
              <a:t>, </a:t>
            </a:r>
            <a:r>
              <a:rPr lang="en-US" dirty="0">
                <a:solidFill>
                  <a:srgbClr val="9CDCFE"/>
                </a:solidFill>
                <a:latin typeface="Consolas"/>
              </a:rPr>
              <a:t>y</a:t>
            </a:r>
            <a:r>
              <a:rPr lang="en-US" dirty="0">
                <a:solidFill>
                  <a:srgbClr val="D4D4D4"/>
                </a:solidFill>
                <a:latin typeface="Consolas"/>
              </a:rPr>
              <a:t>=</a:t>
            </a:r>
            <a:r>
              <a:rPr lang="en-US" dirty="0">
                <a:solidFill>
                  <a:srgbClr val="B5CEA8"/>
                </a:solidFill>
                <a:latin typeface="Consolas"/>
              </a:rPr>
              <a:t>160</a:t>
            </a:r>
            <a:r>
              <a:rPr lang="en-US" dirty="0">
                <a:solidFill>
                  <a:srgbClr val="CCCCCC"/>
                </a:solidFill>
                <a:latin typeface="Consolas"/>
              </a:rPr>
              <a:t>)</a:t>
            </a:r>
            <a:endParaRPr lang="en-US"/>
          </a:p>
          <a:p>
            <a:r>
              <a:rPr lang="en-US" dirty="0">
                <a:solidFill>
                  <a:srgbClr val="CCCCCC"/>
                </a:solidFill>
                <a:latin typeface="Consolas"/>
              </a:rPr>
              <a:t>    </a:t>
            </a:r>
            <a:r>
              <a:rPr lang="en-US" dirty="0">
                <a:solidFill>
                  <a:srgbClr val="C586C0"/>
                </a:solidFill>
                <a:latin typeface="Consolas"/>
              </a:rPr>
              <a:t>except</a:t>
            </a:r>
            <a:r>
              <a:rPr lang="en-US" dirty="0">
                <a:solidFill>
                  <a:srgbClr val="CCCCCC"/>
                </a:solidFill>
                <a:latin typeface="Consolas"/>
              </a:rPr>
              <a:t> </a:t>
            </a:r>
            <a:r>
              <a:rPr lang="en-US" err="1">
                <a:solidFill>
                  <a:srgbClr val="4EC9B0"/>
                </a:solidFill>
                <a:latin typeface="Consolas"/>
              </a:rPr>
              <a:t>PermissionError</a:t>
            </a:r>
            <a:r>
              <a:rPr lang="en-US" dirty="0">
                <a:solidFill>
                  <a:srgbClr val="CCCCCC"/>
                </a:solidFill>
                <a:latin typeface="Consolas"/>
              </a:rPr>
              <a:t>:</a:t>
            </a:r>
            <a:endParaRPr lang="en-US"/>
          </a:p>
          <a:p>
            <a:r>
              <a:rPr lang="en-US" dirty="0">
                <a:solidFill>
                  <a:srgbClr val="CCCCCC"/>
                </a:solidFill>
                <a:latin typeface="Consolas"/>
              </a:rPr>
              <a:t>        </a:t>
            </a:r>
            <a:r>
              <a:rPr lang="en-US" err="1">
                <a:solidFill>
                  <a:srgbClr val="4EC9B0"/>
                </a:solidFill>
                <a:latin typeface="Consolas"/>
              </a:rPr>
              <a:t>messagebox</a:t>
            </a:r>
            <a:r>
              <a:rPr lang="en-US" err="1">
                <a:solidFill>
                  <a:srgbClr val="CCCCCC"/>
                </a:solidFill>
                <a:latin typeface="Consolas"/>
              </a:rPr>
              <a:t>.</a:t>
            </a:r>
            <a:r>
              <a:rPr lang="en-US" err="1">
                <a:solidFill>
                  <a:srgbClr val="DCDCAA"/>
                </a:solidFill>
                <a:latin typeface="Consolas"/>
              </a:rPr>
              <a:t>showerror</a:t>
            </a:r>
            <a:r>
              <a:rPr lang="en-US" dirty="0">
                <a:solidFill>
                  <a:srgbClr val="CCCCCC"/>
                </a:solidFill>
                <a:latin typeface="Consolas"/>
              </a:rPr>
              <a:t>(</a:t>
            </a:r>
            <a:r>
              <a:rPr lang="en-US" dirty="0">
                <a:solidFill>
                  <a:srgbClr val="CE9178"/>
                </a:solidFill>
                <a:latin typeface="Consolas"/>
              </a:rPr>
              <a:t>"Permission Denied"</a:t>
            </a:r>
            <a:r>
              <a:rPr lang="en-US" dirty="0">
                <a:solidFill>
                  <a:srgbClr val="CCCCCC"/>
                </a:solidFill>
                <a:latin typeface="Consolas"/>
              </a:rPr>
              <a:t>, </a:t>
            </a:r>
            <a:r>
              <a:rPr lang="en-US" dirty="0">
                <a:solidFill>
                  <a:srgbClr val="CE9178"/>
                </a:solidFill>
                <a:latin typeface="Consolas"/>
              </a:rPr>
              <a:t>"Run this program as Administrator."</a:t>
            </a:r>
            <a:r>
              <a:rPr lang="en-US" dirty="0">
                <a:solidFill>
                  <a:srgbClr val="CCCCCC"/>
                </a:solidFill>
                <a:latin typeface="Consolas"/>
              </a:rPr>
              <a:t>)</a:t>
            </a:r>
            <a:endParaRPr lang="en-US"/>
          </a:p>
          <a:p>
            <a:pPr algn="l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B589A2C-B0DA-16C5-92DF-DE8E41F0D8AB}"/>
              </a:ext>
            </a:extLst>
          </p:cNvPr>
          <p:cNvSpPr txBox="1"/>
          <p:nvPr/>
        </p:nvSpPr>
        <p:spPr>
          <a:xfrm>
            <a:off x="955789" y="392555"/>
            <a:ext cx="9290319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FUNCTION TO UNBLOCK WEBSITES</a:t>
            </a:r>
          </a:p>
        </p:txBody>
      </p:sp>
    </p:spTree>
    <p:extLst>
      <p:ext uri="{BB962C8B-B14F-4D97-AF65-F5344CB8AC3E}">
        <p14:creationId xmlns:p14="http://schemas.microsoft.com/office/powerpoint/2010/main" val="23802571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5F991C-C70E-02DE-614D-B334E584CA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014C7DF-3B3C-A064-F3DA-DCD163ABDBE8}"/>
              </a:ext>
            </a:extLst>
          </p:cNvPr>
          <p:cNvSpPr/>
          <p:nvPr/>
        </p:nvSpPr>
        <p:spPr>
          <a:xfrm>
            <a:off x="34135" y="170676"/>
            <a:ext cx="10240594" cy="179210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blue and white logo&#10;&#10;AI-generated content may be incorrect.">
            <a:extLst>
              <a:ext uri="{FF2B5EF4-FFF2-40B4-BE49-F238E27FC236}">
                <a16:creationId xmlns:a16="http://schemas.microsoft.com/office/drawing/2014/main" id="{1A2BDF5F-AAF6-E1B4-E6EA-9DBA0D496F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1881" y="-3023"/>
            <a:ext cx="1905000" cy="1905000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A3795FD-53E5-741B-384E-92CA0168E7CB}"/>
              </a:ext>
            </a:extLst>
          </p:cNvPr>
          <p:cNvSpPr/>
          <p:nvPr/>
        </p:nvSpPr>
        <p:spPr>
          <a:xfrm>
            <a:off x="398335" y="166376"/>
            <a:ext cx="9489617" cy="14507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1491B6-2296-3D44-2F58-03B3277D8EDC}"/>
              </a:ext>
            </a:extLst>
          </p:cNvPr>
          <p:cNvSpPr txBox="1"/>
          <p:nvPr/>
        </p:nvSpPr>
        <p:spPr>
          <a:xfrm>
            <a:off x="391884" y="1639167"/>
            <a:ext cx="12269095" cy="580158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rgbClr val="9CDCFE"/>
                </a:solidFill>
                <a:latin typeface="Consolas"/>
              </a:rPr>
              <a:t>root</a:t>
            </a:r>
            <a:r>
              <a:rPr lang="en-US" dirty="0">
                <a:solidFill>
                  <a:srgbClr val="CCCCCC"/>
                </a:solidFill>
                <a:latin typeface="Consolas"/>
              </a:rPr>
              <a:t> </a:t>
            </a:r>
            <a:r>
              <a:rPr lang="en-US" dirty="0">
                <a:solidFill>
                  <a:srgbClr val="D4D4D4"/>
                </a:solidFill>
                <a:latin typeface="Consolas"/>
              </a:rPr>
              <a:t>=</a:t>
            </a:r>
            <a:r>
              <a:rPr lang="en-US" dirty="0">
                <a:solidFill>
                  <a:srgbClr val="CCCCCC"/>
                </a:solidFill>
                <a:latin typeface="Consolas"/>
              </a:rPr>
              <a:t> </a:t>
            </a:r>
            <a:r>
              <a:rPr lang="en-US" dirty="0" err="1">
                <a:solidFill>
                  <a:srgbClr val="4EC9B0"/>
                </a:solidFill>
                <a:latin typeface="Consolas"/>
              </a:rPr>
              <a:t>tk</a:t>
            </a:r>
            <a:r>
              <a:rPr lang="en-US" dirty="0" err="1">
                <a:solidFill>
                  <a:srgbClr val="CCCCCC"/>
                </a:solidFill>
                <a:latin typeface="Consolas"/>
              </a:rPr>
              <a:t>.</a:t>
            </a:r>
            <a:r>
              <a:rPr lang="en-US" dirty="0" err="1">
                <a:solidFill>
                  <a:srgbClr val="4EC9B0"/>
                </a:solidFill>
                <a:latin typeface="Consolas"/>
              </a:rPr>
              <a:t>Tk</a:t>
            </a:r>
            <a:r>
              <a:rPr lang="en-US" dirty="0">
                <a:solidFill>
                  <a:srgbClr val="CCCCCC"/>
                </a:solidFill>
                <a:latin typeface="Consolas"/>
              </a:rPr>
              <a:t>()</a:t>
            </a:r>
            <a:endParaRPr lang="en-US" dirty="0"/>
          </a:p>
          <a:p>
            <a:r>
              <a:rPr lang="en-US" dirty="0" err="1">
                <a:solidFill>
                  <a:srgbClr val="9CDCFE"/>
                </a:solidFill>
                <a:latin typeface="Consolas"/>
              </a:rPr>
              <a:t>root</a:t>
            </a:r>
            <a:r>
              <a:rPr lang="en-US" dirty="0" err="1">
                <a:solidFill>
                  <a:srgbClr val="CCCCCC"/>
                </a:solidFill>
                <a:latin typeface="Consolas"/>
              </a:rPr>
              <a:t>.</a:t>
            </a:r>
            <a:r>
              <a:rPr lang="en-US" dirty="0" err="1">
                <a:solidFill>
                  <a:srgbClr val="9CDCFE"/>
                </a:solidFill>
                <a:latin typeface="Consolas"/>
              </a:rPr>
              <a:t>title</a:t>
            </a:r>
            <a:r>
              <a:rPr lang="en-US" dirty="0">
                <a:solidFill>
                  <a:srgbClr val="CCCCCC"/>
                </a:solidFill>
                <a:latin typeface="Consolas"/>
              </a:rPr>
              <a:t>(</a:t>
            </a:r>
            <a:r>
              <a:rPr lang="en-US" dirty="0">
                <a:solidFill>
                  <a:srgbClr val="CE9178"/>
                </a:solidFill>
                <a:latin typeface="Consolas"/>
              </a:rPr>
              <a:t>"Website Blocker"</a:t>
            </a:r>
            <a:r>
              <a:rPr lang="en-US" dirty="0">
                <a:solidFill>
                  <a:srgbClr val="CCCCCC"/>
                </a:solidFill>
                <a:latin typeface="Consolas"/>
              </a:rPr>
              <a:t>)</a:t>
            </a:r>
            <a:endParaRPr lang="en-US" dirty="0"/>
          </a:p>
          <a:p>
            <a:r>
              <a:rPr lang="en-US" dirty="0" err="1">
                <a:solidFill>
                  <a:srgbClr val="9CDCFE"/>
                </a:solidFill>
                <a:latin typeface="Consolas"/>
              </a:rPr>
              <a:t>root</a:t>
            </a:r>
            <a:r>
              <a:rPr lang="en-US" dirty="0" err="1">
                <a:solidFill>
                  <a:srgbClr val="CCCCCC"/>
                </a:solidFill>
                <a:latin typeface="Consolas"/>
              </a:rPr>
              <a:t>.</a:t>
            </a:r>
            <a:r>
              <a:rPr lang="en-US" dirty="0" err="1">
                <a:solidFill>
                  <a:srgbClr val="9CDCFE"/>
                </a:solidFill>
                <a:latin typeface="Consolas"/>
              </a:rPr>
              <a:t>geometry</a:t>
            </a:r>
            <a:r>
              <a:rPr lang="en-US" dirty="0">
                <a:solidFill>
                  <a:srgbClr val="CCCCCC"/>
                </a:solidFill>
                <a:latin typeface="Consolas"/>
              </a:rPr>
              <a:t>(</a:t>
            </a:r>
            <a:r>
              <a:rPr lang="en-US" dirty="0">
                <a:solidFill>
                  <a:srgbClr val="CE9178"/>
                </a:solidFill>
                <a:latin typeface="Consolas"/>
              </a:rPr>
              <a:t>"400x260"</a:t>
            </a:r>
            <a:r>
              <a:rPr lang="en-US" dirty="0">
                <a:solidFill>
                  <a:srgbClr val="CCCCCC"/>
                </a:solidFill>
                <a:latin typeface="Consolas"/>
              </a:rPr>
              <a:t>)</a:t>
            </a:r>
            <a:endParaRPr lang="en-US" dirty="0"/>
          </a:p>
          <a:p>
            <a:r>
              <a:rPr lang="en-US" err="1">
                <a:solidFill>
                  <a:srgbClr val="9CDCFE"/>
                </a:solidFill>
                <a:latin typeface="Consolas"/>
              </a:rPr>
              <a:t>root</a:t>
            </a:r>
            <a:r>
              <a:rPr lang="en-US" err="1">
                <a:solidFill>
                  <a:srgbClr val="CCCCCC"/>
                </a:solidFill>
                <a:latin typeface="Consolas"/>
              </a:rPr>
              <a:t>.</a:t>
            </a:r>
            <a:r>
              <a:rPr lang="en-US" err="1">
                <a:solidFill>
                  <a:srgbClr val="9CDCFE"/>
                </a:solidFill>
                <a:latin typeface="Consolas"/>
              </a:rPr>
              <a:t>config</a:t>
            </a:r>
            <a:r>
              <a:rPr lang="en-US" dirty="0">
                <a:solidFill>
                  <a:srgbClr val="CCCCCC"/>
                </a:solidFill>
                <a:latin typeface="Consolas"/>
              </a:rPr>
              <a:t>(</a:t>
            </a:r>
            <a:r>
              <a:rPr lang="en-US" err="1">
                <a:solidFill>
                  <a:srgbClr val="9CDCFE"/>
                </a:solidFill>
                <a:latin typeface="Consolas"/>
              </a:rPr>
              <a:t>bg</a:t>
            </a:r>
            <a:r>
              <a:rPr lang="en-US" dirty="0">
                <a:solidFill>
                  <a:srgbClr val="D4D4D4"/>
                </a:solidFill>
                <a:latin typeface="Consolas"/>
              </a:rPr>
              <a:t>=</a:t>
            </a:r>
            <a:r>
              <a:rPr lang="en-US" dirty="0">
                <a:solidFill>
                  <a:srgbClr val="CE9178"/>
                </a:solidFill>
                <a:latin typeface="Consolas"/>
              </a:rPr>
              <a:t>"#515151"</a:t>
            </a:r>
            <a:r>
              <a:rPr lang="en-US" dirty="0">
                <a:solidFill>
                  <a:srgbClr val="CCCCCC"/>
                </a:solidFill>
                <a:latin typeface="Consolas"/>
              </a:rPr>
              <a:t>)</a:t>
            </a:r>
            <a:endParaRPr lang="en-US" dirty="0"/>
          </a:p>
          <a:p>
            <a:r>
              <a:rPr lang="en-US" err="1">
                <a:solidFill>
                  <a:srgbClr val="9CDCFE"/>
                </a:solidFill>
                <a:latin typeface="Consolas"/>
              </a:rPr>
              <a:t>root</a:t>
            </a:r>
            <a:r>
              <a:rPr lang="en-US" err="1">
                <a:solidFill>
                  <a:srgbClr val="CCCCCC"/>
                </a:solidFill>
                <a:latin typeface="Consolas"/>
              </a:rPr>
              <a:t>.</a:t>
            </a:r>
            <a:r>
              <a:rPr lang="en-US" err="1">
                <a:solidFill>
                  <a:srgbClr val="9CDCFE"/>
                </a:solidFill>
                <a:latin typeface="Consolas"/>
              </a:rPr>
              <a:t>resizable</a:t>
            </a:r>
            <a:r>
              <a:rPr lang="en-US" dirty="0">
                <a:solidFill>
                  <a:srgbClr val="CCCCCC"/>
                </a:solidFill>
                <a:latin typeface="Consolas"/>
              </a:rPr>
              <a:t>(</a:t>
            </a:r>
            <a:r>
              <a:rPr lang="en-US" dirty="0">
                <a:solidFill>
                  <a:srgbClr val="569CD6"/>
                </a:solidFill>
                <a:latin typeface="Consolas"/>
              </a:rPr>
              <a:t>False</a:t>
            </a:r>
            <a:r>
              <a:rPr lang="en-US" dirty="0">
                <a:solidFill>
                  <a:srgbClr val="CCCCCC"/>
                </a:solidFill>
                <a:latin typeface="Consolas"/>
              </a:rPr>
              <a:t>, </a:t>
            </a:r>
            <a:r>
              <a:rPr lang="en-US" dirty="0">
                <a:solidFill>
                  <a:srgbClr val="569CD6"/>
                </a:solidFill>
                <a:latin typeface="Consolas"/>
              </a:rPr>
              <a:t>False</a:t>
            </a:r>
            <a:r>
              <a:rPr lang="en-US" dirty="0">
                <a:solidFill>
                  <a:srgbClr val="CCCCCC"/>
                </a:solidFill>
                <a:latin typeface="Consolas"/>
              </a:rPr>
              <a:t>)</a:t>
            </a:r>
          </a:p>
          <a:p>
            <a:endParaRPr lang="en-US" dirty="0">
              <a:solidFill>
                <a:srgbClr val="CCCCCC"/>
              </a:solidFill>
              <a:latin typeface="Consolas"/>
            </a:endParaRPr>
          </a:p>
          <a:p>
            <a:r>
              <a:rPr lang="en-US" dirty="0">
                <a:solidFill>
                  <a:srgbClr val="4EC9B0"/>
                </a:solidFill>
                <a:latin typeface="Consolas"/>
              </a:rPr>
              <a:t>Label</a:t>
            </a:r>
            <a:r>
              <a:rPr lang="en-US" dirty="0">
                <a:solidFill>
                  <a:srgbClr val="CCCCCC"/>
                </a:solidFill>
                <a:latin typeface="Consolas"/>
              </a:rPr>
              <a:t>(</a:t>
            </a:r>
            <a:r>
              <a:rPr lang="en-US" dirty="0">
                <a:solidFill>
                  <a:srgbClr val="9CDCFE"/>
                </a:solidFill>
                <a:latin typeface="Consolas"/>
              </a:rPr>
              <a:t>root</a:t>
            </a:r>
            <a:r>
              <a:rPr lang="en-US" dirty="0">
                <a:solidFill>
                  <a:srgbClr val="CCCCCC"/>
                </a:solidFill>
                <a:latin typeface="Consolas"/>
              </a:rPr>
              <a:t>, </a:t>
            </a:r>
            <a:r>
              <a:rPr lang="en-US" dirty="0">
                <a:solidFill>
                  <a:srgbClr val="9CDCFE"/>
                </a:solidFill>
                <a:latin typeface="Consolas"/>
              </a:rPr>
              <a:t>text</a:t>
            </a:r>
            <a:r>
              <a:rPr lang="en-US" dirty="0">
                <a:solidFill>
                  <a:srgbClr val="D4D4D4"/>
                </a:solidFill>
                <a:latin typeface="Consolas"/>
              </a:rPr>
              <a:t>=</a:t>
            </a:r>
            <a:r>
              <a:rPr lang="en-US" dirty="0">
                <a:solidFill>
                  <a:srgbClr val="CE9178"/>
                </a:solidFill>
                <a:latin typeface="Consolas"/>
              </a:rPr>
              <a:t>"Website Blocker"</a:t>
            </a:r>
            <a:r>
              <a:rPr lang="en-US" dirty="0">
                <a:solidFill>
                  <a:srgbClr val="CCCCCC"/>
                </a:solidFill>
                <a:latin typeface="Consolas"/>
              </a:rPr>
              <a:t>, </a:t>
            </a:r>
            <a:r>
              <a:rPr lang="en-US" dirty="0">
                <a:solidFill>
                  <a:srgbClr val="9CDCFE"/>
                </a:solidFill>
                <a:latin typeface="Consolas"/>
              </a:rPr>
              <a:t>font</a:t>
            </a:r>
            <a:r>
              <a:rPr lang="en-US" dirty="0">
                <a:solidFill>
                  <a:srgbClr val="D4D4D4"/>
                </a:solidFill>
                <a:latin typeface="Consolas"/>
              </a:rPr>
              <a:t>=</a:t>
            </a:r>
            <a:r>
              <a:rPr lang="en-US" dirty="0">
                <a:solidFill>
                  <a:srgbClr val="CCCCCC"/>
                </a:solidFill>
                <a:latin typeface="Consolas"/>
              </a:rPr>
              <a:t>(</a:t>
            </a:r>
            <a:r>
              <a:rPr lang="en-US" dirty="0">
                <a:solidFill>
                  <a:srgbClr val="CE9178"/>
                </a:solidFill>
                <a:latin typeface="Consolas"/>
              </a:rPr>
              <a:t>'Arial'</a:t>
            </a:r>
            <a:r>
              <a:rPr lang="en-US" dirty="0">
                <a:solidFill>
                  <a:srgbClr val="CCCCCC"/>
                </a:solidFill>
                <a:latin typeface="Consolas"/>
              </a:rPr>
              <a:t>, </a:t>
            </a:r>
            <a:r>
              <a:rPr lang="en-US" dirty="0">
                <a:solidFill>
                  <a:srgbClr val="B5CEA8"/>
                </a:solidFill>
                <a:latin typeface="Consolas"/>
              </a:rPr>
              <a:t>16</a:t>
            </a:r>
            <a:r>
              <a:rPr lang="en-US" dirty="0">
                <a:solidFill>
                  <a:srgbClr val="CCCCCC"/>
                </a:solidFill>
                <a:latin typeface="Consolas"/>
              </a:rPr>
              <a:t>, </a:t>
            </a:r>
            <a:r>
              <a:rPr lang="en-US" dirty="0">
                <a:solidFill>
                  <a:srgbClr val="CE9178"/>
                </a:solidFill>
                <a:latin typeface="Consolas"/>
              </a:rPr>
              <a:t>'bold'</a:t>
            </a:r>
            <a:r>
              <a:rPr lang="en-US" dirty="0">
                <a:solidFill>
                  <a:srgbClr val="CCCCCC"/>
                </a:solidFill>
                <a:latin typeface="Consolas"/>
              </a:rPr>
              <a:t>), </a:t>
            </a:r>
            <a:r>
              <a:rPr lang="en-US" err="1">
                <a:solidFill>
                  <a:srgbClr val="9CDCFE"/>
                </a:solidFill>
                <a:latin typeface="Consolas"/>
              </a:rPr>
              <a:t>bg</a:t>
            </a:r>
            <a:r>
              <a:rPr lang="en-US" dirty="0">
                <a:solidFill>
                  <a:srgbClr val="D4D4D4"/>
                </a:solidFill>
                <a:latin typeface="Consolas"/>
              </a:rPr>
              <a:t>=</a:t>
            </a:r>
            <a:r>
              <a:rPr lang="en-US" dirty="0">
                <a:solidFill>
                  <a:srgbClr val="CE9178"/>
                </a:solidFill>
                <a:latin typeface="Consolas"/>
              </a:rPr>
              <a:t>'#515151'</a:t>
            </a:r>
            <a:r>
              <a:rPr lang="en-US" dirty="0">
                <a:solidFill>
                  <a:srgbClr val="CCCCCC"/>
                </a:solidFill>
                <a:latin typeface="Consolas"/>
              </a:rPr>
              <a:t>, </a:t>
            </a:r>
            <a:r>
              <a:rPr lang="en-US" err="1">
                <a:solidFill>
                  <a:srgbClr val="9CDCFE"/>
                </a:solidFill>
                <a:latin typeface="Consolas"/>
              </a:rPr>
              <a:t>fg</a:t>
            </a:r>
            <a:r>
              <a:rPr lang="en-US" dirty="0">
                <a:solidFill>
                  <a:srgbClr val="D4D4D4"/>
                </a:solidFill>
                <a:latin typeface="Consolas"/>
              </a:rPr>
              <a:t>=</a:t>
            </a:r>
            <a:r>
              <a:rPr lang="en-US" dirty="0">
                <a:solidFill>
                  <a:srgbClr val="CE9178"/>
                </a:solidFill>
                <a:latin typeface="Consolas"/>
              </a:rPr>
              <a:t>'white'</a:t>
            </a:r>
            <a:r>
              <a:rPr lang="en-US" dirty="0">
                <a:solidFill>
                  <a:srgbClr val="CCCCCC"/>
                </a:solidFill>
                <a:latin typeface="Consolas"/>
              </a:rPr>
              <a:t>).</a:t>
            </a:r>
            <a:r>
              <a:rPr lang="en-US" dirty="0">
                <a:solidFill>
                  <a:srgbClr val="9CDCFE"/>
                </a:solidFill>
                <a:latin typeface="Consolas"/>
              </a:rPr>
              <a:t>pack</a:t>
            </a:r>
            <a:r>
              <a:rPr lang="en-US" dirty="0">
                <a:solidFill>
                  <a:srgbClr val="CCCCCC"/>
                </a:solidFill>
                <a:latin typeface="Consolas"/>
              </a:rPr>
              <a:t>(</a:t>
            </a:r>
            <a:r>
              <a:rPr lang="en-US" err="1">
                <a:solidFill>
                  <a:srgbClr val="9CDCFE"/>
                </a:solidFill>
                <a:latin typeface="Consolas"/>
              </a:rPr>
              <a:t>pady</a:t>
            </a:r>
            <a:r>
              <a:rPr lang="en-US" dirty="0">
                <a:solidFill>
                  <a:srgbClr val="D4D4D4"/>
                </a:solidFill>
                <a:latin typeface="Consolas"/>
              </a:rPr>
              <a:t>=</a:t>
            </a:r>
            <a:r>
              <a:rPr lang="en-US" dirty="0">
                <a:solidFill>
                  <a:srgbClr val="B5CEA8"/>
                </a:solidFill>
                <a:latin typeface="Consolas"/>
              </a:rPr>
              <a:t>10</a:t>
            </a:r>
            <a:r>
              <a:rPr lang="en-US" dirty="0">
                <a:solidFill>
                  <a:srgbClr val="CCCCCC"/>
                </a:solidFill>
                <a:latin typeface="Consolas"/>
              </a:rPr>
              <a:t>)</a:t>
            </a:r>
            <a:endParaRPr lang="en-US" dirty="0"/>
          </a:p>
          <a:p>
            <a:r>
              <a:rPr lang="en-US" dirty="0">
                <a:solidFill>
                  <a:srgbClr val="4EC9B0"/>
                </a:solidFill>
                <a:latin typeface="Consolas"/>
              </a:rPr>
              <a:t>Label</a:t>
            </a:r>
            <a:r>
              <a:rPr lang="en-US" dirty="0">
                <a:solidFill>
                  <a:srgbClr val="CCCCCC"/>
                </a:solidFill>
                <a:latin typeface="Consolas"/>
              </a:rPr>
              <a:t>(</a:t>
            </a:r>
            <a:r>
              <a:rPr lang="en-US" dirty="0">
                <a:solidFill>
                  <a:srgbClr val="9CDCFE"/>
                </a:solidFill>
                <a:latin typeface="Consolas"/>
              </a:rPr>
              <a:t>root</a:t>
            </a:r>
            <a:r>
              <a:rPr lang="en-US" dirty="0">
                <a:solidFill>
                  <a:srgbClr val="CCCCCC"/>
                </a:solidFill>
                <a:latin typeface="Consolas"/>
              </a:rPr>
              <a:t>, </a:t>
            </a:r>
            <a:r>
              <a:rPr lang="en-US" dirty="0">
                <a:solidFill>
                  <a:srgbClr val="9CDCFE"/>
                </a:solidFill>
                <a:latin typeface="Consolas"/>
              </a:rPr>
              <a:t>text</a:t>
            </a:r>
            <a:r>
              <a:rPr lang="en-US" dirty="0">
                <a:solidFill>
                  <a:srgbClr val="D4D4D4"/>
                </a:solidFill>
                <a:latin typeface="Consolas"/>
              </a:rPr>
              <a:t>=</a:t>
            </a:r>
            <a:r>
              <a:rPr lang="en-US" dirty="0">
                <a:solidFill>
                  <a:srgbClr val="CE9178"/>
                </a:solidFill>
                <a:latin typeface="Consolas"/>
              </a:rPr>
              <a:t>"Enter websites (comma-separated):"</a:t>
            </a:r>
            <a:r>
              <a:rPr lang="en-US" dirty="0">
                <a:solidFill>
                  <a:srgbClr val="CCCCCC"/>
                </a:solidFill>
                <a:latin typeface="Consolas"/>
              </a:rPr>
              <a:t>, </a:t>
            </a:r>
            <a:r>
              <a:rPr lang="en-US" dirty="0">
                <a:solidFill>
                  <a:srgbClr val="9CDCFE"/>
                </a:solidFill>
                <a:latin typeface="Consolas"/>
              </a:rPr>
              <a:t>font</a:t>
            </a:r>
            <a:r>
              <a:rPr lang="en-US" dirty="0">
                <a:solidFill>
                  <a:srgbClr val="D4D4D4"/>
                </a:solidFill>
                <a:latin typeface="Consolas"/>
              </a:rPr>
              <a:t>=</a:t>
            </a:r>
            <a:r>
              <a:rPr lang="en-US" dirty="0">
                <a:solidFill>
                  <a:srgbClr val="CCCCCC"/>
                </a:solidFill>
                <a:latin typeface="Consolas"/>
              </a:rPr>
              <a:t>(</a:t>
            </a:r>
            <a:r>
              <a:rPr lang="en-US" dirty="0">
                <a:solidFill>
                  <a:srgbClr val="CE9178"/>
                </a:solidFill>
                <a:latin typeface="Consolas"/>
              </a:rPr>
              <a:t>'Arial'</a:t>
            </a:r>
            <a:r>
              <a:rPr lang="en-US" dirty="0">
                <a:solidFill>
                  <a:srgbClr val="CCCCCC"/>
                </a:solidFill>
                <a:latin typeface="Consolas"/>
              </a:rPr>
              <a:t>, </a:t>
            </a:r>
            <a:r>
              <a:rPr lang="en-US" dirty="0">
                <a:solidFill>
                  <a:srgbClr val="B5CEA8"/>
                </a:solidFill>
                <a:latin typeface="Consolas"/>
              </a:rPr>
              <a:t>10</a:t>
            </a:r>
            <a:r>
              <a:rPr lang="en-US" dirty="0">
                <a:solidFill>
                  <a:srgbClr val="CCCCCC"/>
                </a:solidFill>
                <a:latin typeface="Consolas"/>
              </a:rPr>
              <a:t>), </a:t>
            </a:r>
            <a:r>
              <a:rPr lang="en-US" err="1">
                <a:solidFill>
                  <a:srgbClr val="9CDCFE"/>
                </a:solidFill>
                <a:latin typeface="Consolas"/>
              </a:rPr>
              <a:t>bg</a:t>
            </a:r>
            <a:r>
              <a:rPr lang="en-US" dirty="0">
                <a:solidFill>
                  <a:srgbClr val="D4D4D4"/>
                </a:solidFill>
                <a:latin typeface="Consolas"/>
              </a:rPr>
              <a:t>=</a:t>
            </a:r>
            <a:r>
              <a:rPr lang="en-US" dirty="0">
                <a:solidFill>
                  <a:srgbClr val="CE9178"/>
                </a:solidFill>
                <a:latin typeface="Consolas"/>
              </a:rPr>
              <a:t>'#515151'</a:t>
            </a:r>
            <a:r>
              <a:rPr lang="en-US" dirty="0">
                <a:solidFill>
                  <a:srgbClr val="CCCCCC"/>
                </a:solidFill>
                <a:latin typeface="Consolas"/>
              </a:rPr>
              <a:t>, </a:t>
            </a:r>
            <a:r>
              <a:rPr lang="en-US" err="1">
                <a:solidFill>
                  <a:srgbClr val="9CDCFE"/>
                </a:solidFill>
                <a:latin typeface="Consolas"/>
              </a:rPr>
              <a:t>fg</a:t>
            </a:r>
            <a:r>
              <a:rPr lang="en-US" dirty="0">
                <a:solidFill>
                  <a:srgbClr val="D4D4D4"/>
                </a:solidFill>
                <a:latin typeface="Consolas"/>
              </a:rPr>
              <a:t>=</a:t>
            </a:r>
            <a:r>
              <a:rPr lang="en-US" dirty="0">
                <a:solidFill>
                  <a:srgbClr val="CE9178"/>
                </a:solidFill>
                <a:latin typeface="Consolas"/>
              </a:rPr>
              <a:t>'white'</a:t>
            </a:r>
            <a:r>
              <a:rPr lang="en-US" dirty="0">
                <a:solidFill>
                  <a:srgbClr val="CCCCCC"/>
                </a:solidFill>
                <a:latin typeface="Consolas"/>
              </a:rPr>
              <a:t>).</a:t>
            </a:r>
            <a:r>
              <a:rPr lang="en-US" dirty="0">
                <a:solidFill>
                  <a:srgbClr val="9CDCFE"/>
                </a:solidFill>
                <a:latin typeface="Consolas"/>
              </a:rPr>
              <a:t>place</a:t>
            </a:r>
            <a:r>
              <a:rPr lang="en-US" dirty="0">
                <a:solidFill>
                  <a:srgbClr val="CCCCCC"/>
                </a:solidFill>
                <a:latin typeface="Consolas"/>
              </a:rPr>
              <a:t>(</a:t>
            </a:r>
            <a:r>
              <a:rPr lang="en-US" dirty="0">
                <a:solidFill>
                  <a:srgbClr val="9CDCFE"/>
                </a:solidFill>
                <a:latin typeface="Consolas"/>
              </a:rPr>
              <a:t>x</a:t>
            </a:r>
            <a:r>
              <a:rPr lang="en-US" dirty="0">
                <a:solidFill>
                  <a:srgbClr val="D4D4D4"/>
                </a:solidFill>
                <a:latin typeface="Consolas"/>
              </a:rPr>
              <a:t>=</a:t>
            </a:r>
            <a:r>
              <a:rPr lang="en-US" dirty="0">
                <a:solidFill>
                  <a:srgbClr val="B5CEA8"/>
                </a:solidFill>
                <a:latin typeface="Consolas"/>
              </a:rPr>
              <a:t>20</a:t>
            </a:r>
            <a:r>
              <a:rPr lang="en-US" dirty="0">
                <a:solidFill>
                  <a:srgbClr val="CCCCCC"/>
                </a:solidFill>
                <a:latin typeface="Consolas"/>
              </a:rPr>
              <a:t>, </a:t>
            </a:r>
            <a:r>
              <a:rPr lang="en-US" dirty="0">
                <a:solidFill>
                  <a:srgbClr val="9CDCFE"/>
                </a:solidFill>
                <a:latin typeface="Consolas"/>
              </a:rPr>
              <a:t>y</a:t>
            </a:r>
            <a:r>
              <a:rPr lang="en-US" dirty="0">
                <a:solidFill>
                  <a:srgbClr val="D4D4D4"/>
                </a:solidFill>
                <a:latin typeface="Consolas"/>
              </a:rPr>
              <a:t>=</a:t>
            </a:r>
            <a:r>
              <a:rPr lang="en-US" dirty="0">
                <a:solidFill>
                  <a:srgbClr val="B5CEA8"/>
                </a:solidFill>
                <a:latin typeface="Consolas"/>
              </a:rPr>
              <a:t>60</a:t>
            </a:r>
            <a:r>
              <a:rPr lang="en-US" dirty="0">
                <a:solidFill>
                  <a:srgbClr val="CCCCCC"/>
                </a:solidFill>
                <a:latin typeface="Consolas"/>
              </a:rPr>
              <a:t>)</a:t>
            </a:r>
            <a:endParaRPr lang="en-US" dirty="0"/>
          </a:p>
          <a:p>
            <a:endParaRPr lang="en-US" dirty="0"/>
          </a:p>
          <a:p>
            <a:r>
              <a:rPr lang="en-US" dirty="0">
                <a:solidFill>
                  <a:srgbClr val="9CDCFE"/>
                </a:solidFill>
                <a:latin typeface="Consolas"/>
              </a:rPr>
              <a:t>en1</a:t>
            </a:r>
            <a:r>
              <a:rPr lang="en-US" dirty="0">
                <a:solidFill>
                  <a:srgbClr val="CCCCCC"/>
                </a:solidFill>
                <a:latin typeface="Consolas"/>
              </a:rPr>
              <a:t> </a:t>
            </a:r>
            <a:r>
              <a:rPr lang="en-US" dirty="0">
                <a:solidFill>
                  <a:srgbClr val="D4D4D4"/>
                </a:solidFill>
                <a:latin typeface="Consolas"/>
              </a:rPr>
              <a:t>=</a:t>
            </a:r>
            <a:r>
              <a:rPr lang="en-US" dirty="0">
                <a:solidFill>
                  <a:srgbClr val="CCCCCC"/>
                </a:solidFill>
                <a:latin typeface="Consolas"/>
              </a:rPr>
              <a:t> </a:t>
            </a:r>
            <a:r>
              <a:rPr lang="en-US" err="1">
                <a:solidFill>
                  <a:srgbClr val="4EC9B0"/>
                </a:solidFill>
                <a:latin typeface="Consolas"/>
              </a:rPr>
              <a:t>tk</a:t>
            </a:r>
            <a:r>
              <a:rPr lang="en-US" err="1">
                <a:solidFill>
                  <a:srgbClr val="CCCCCC"/>
                </a:solidFill>
                <a:latin typeface="Consolas"/>
              </a:rPr>
              <a:t>.</a:t>
            </a:r>
            <a:r>
              <a:rPr lang="en-US" err="1">
                <a:solidFill>
                  <a:srgbClr val="4EC9B0"/>
                </a:solidFill>
                <a:latin typeface="Consolas"/>
              </a:rPr>
              <a:t>Text</a:t>
            </a:r>
            <a:r>
              <a:rPr lang="en-US" dirty="0">
                <a:solidFill>
                  <a:srgbClr val="CCCCCC"/>
                </a:solidFill>
                <a:latin typeface="Consolas"/>
              </a:rPr>
              <a:t>(</a:t>
            </a:r>
            <a:r>
              <a:rPr lang="en-US" dirty="0">
                <a:solidFill>
                  <a:srgbClr val="9CDCFE"/>
                </a:solidFill>
                <a:latin typeface="Consolas"/>
              </a:rPr>
              <a:t>root</a:t>
            </a:r>
            <a:r>
              <a:rPr lang="en-US" dirty="0">
                <a:solidFill>
                  <a:srgbClr val="CCCCCC"/>
                </a:solidFill>
                <a:latin typeface="Consolas"/>
              </a:rPr>
              <a:t>, </a:t>
            </a:r>
            <a:r>
              <a:rPr lang="en-US" dirty="0">
                <a:solidFill>
                  <a:srgbClr val="9CDCFE"/>
                </a:solidFill>
                <a:latin typeface="Consolas"/>
              </a:rPr>
              <a:t>height</a:t>
            </a:r>
            <a:r>
              <a:rPr lang="en-US" dirty="0">
                <a:solidFill>
                  <a:srgbClr val="D4D4D4"/>
                </a:solidFill>
                <a:latin typeface="Consolas"/>
              </a:rPr>
              <a:t>=</a:t>
            </a:r>
            <a:r>
              <a:rPr lang="en-US" dirty="0">
                <a:solidFill>
                  <a:srgbClr val="B5CEA8"/>
                </a:solidFill>
                <a:latin typeface="Consolas"/>
              </a:rPr>
              <a:t>2</a:t>
            </a:r>
            <a:r>
              <a:rPr lang="en-US" dirty="0">
                <a:solidFill>
                  <a:srgbClr val="CCCCCC"/>
                </a:solidFill>
                <a:latin typeface="Consolas"/>
              </a:rPr>
              <a:t>, </a:t>
            </a:r>
            <a:r>
              <a:rPr lang="en-US" dirty="0">
                <a:solidFill>
                  <a:srgbClr val="9CDCFE"/>
                </a:solidFill>
                <a:latin typeface="Consolas"/>
              </a:rPr>
              <a:t>width</a:t>
            </a:r>
            <a:r>
              <a:rPr lang="en-US" dirty="0">
                <a:solidFill>
                  <a:srgbClr val="D4D4D4"/>
                </a:solidFill>
                <a:latin typeface="Consolas"/>
              </a:rPr>
              <a:t>=</a:t>
            </a:r>
            <a:r>
              <a:rPr lang="en-US" dirty="0">
                <a:solidFill>
                  <a:srgbClr val="B5CEA8"/>
                </a:solidFill>
                <a:latin typeface="Consolas"/>
              </a:rPr>
              <a:t>40</a:t>
            </a:r>
            <a:r>
              <a:rPr lang="en-US" dirty="0">
                <a:solidFill>
                  <a:srgbClr val="CCCCCC"/>
                </a:solidFill>
                <a:latin typeface="Consolas"/>
              </a:rPr>
              <a:t>, </a:t>
            </a:r>
            <a:r>
              <a:rPr lang="en-US" dirty="0">
                <a:solidFill>
                  <a:srgbClr val="9CDCFE"/>
                </a:solidFill>
                <a:latin typeface="Consolas"/>
              </a:rPr>
              <a:t>font</a:t>
            </a:r>
            <a:r>
              <a:rPr lang="en-US" dirty="0">
                <a:solidFill>
                  <a:srgbClr val="D4D4D4"/>
                </a:solidFill>
                <a:latin typeface="Consolas"/>
              </a:rPr>
              <a:t>=</a:t>
            </a:r>
            <a:r>
              <a:rPr lang="en-US" dirty="0">
                <a:solidFill>
                  <a:srgbClr val="CCCCCC"/>
                </a:solidFill>
                <a:latin typeface="Consolas"/>
              </a:rPr>
              <a:t>(</a:t>
            </a:r>
            <a:r>
              <a:rPr lang="en-US" dirty="0">
                <a:solidFill>
                  <a:srgbClr val="CE9178"/>
                </a:solidFill>
                <a:latin typeface="Consolas"/>
              </a:rPr>
              <a:t>'Arial'</a:t>
            </a:r>
            <a:r>
              <a:rPr lang="en-US" dirty="0">
                <a:solidFill>
                  <a:srgbClr val="CCCCCC"/>
                </a:solidFill>
                <a:latin typeface="Consolas"/>
              </a:rPr>
              <a:t>, </a:t>
            </a:r>
            <a:r>
              <a:rPr lang="en-US" dirty="0">
                <a:solidFill>
                  <a:srgbClr val="B5CEA8"/>
                </a:solidFill>
                <a:latin typeface="Consolas"/>
              </a:rPr>
              <a:t>10</a:t>
            </a:r>
            <a:r>
              <a:rPr lang="en-US" dirty="0">
                <a:solidFill>
                  <a:srgbClr val="CCCCCC"/>
                </a:solidFill>
                <a:latin typeface="Consolas"/>
              </a:rPr>
              <a:t>))</a:t>
            </a:r>
            <a:endParaRPr lang="en-US" dirty="0"/>
          </a:p>
          <a:p>
            <a:r>
              <a:rPr lang="en-US" dirty="0">
                <a:solidFill>
                  <a:srgbClr val="9CDCFE"/>
                </a:solidFill>
                <a:latin typeface="Consolas"/>
              </a:rPr>
              <a:t>en1</a:t>
            </a:r>
            <a:r>
              <a:rPr lang="en-US" dirty="0">
                <a:solidFill>
                  <a:srgbClr val="CCCCCC"/>
                </a:solidFill>
                <a:latin typeface="Consolas"/>
              </a:rPr>
              <a:t>.</a:t>
            </a:r>
            <a:r>
              <a:rPr lang="en-US" dirty="0">
                <a:solidFill>
                  <a:srgbClr val="9CDCFE"/>
                </a:solidFill>
                <a:latin typeface="Consolas"/>
              </a:rPr>
              <a:t>place</a:t>
            </a:r>
            <a:r>
              <a:rPr lang="en-US" dirty="0">
                <a:solidFill>
                  <a:srgbClr val="CCCCCC"/>
                </a:solidFill>
                <a:latin typeface="Consolas"/>
              </a:rPr>
              <a:t>(</a:t>
            </a:r>
            <a:r>
              <a:rPr lang="en-US" dirty="0">
                <a:solidFill>
                  <a:srgbClr val="9CDCFE"/>
                </a:solidFill>
                <a:latin typeface="Consolas"/>
              </a:rPr>
              <a:t>x</a:t>
            </a:r>
            <a:r>
              <a:rPr lang="en-US" dirty="0">
                <a:solidFill>
                  <a:srgbClr val="D4D4D4"/>
                </a:solidFill>
                <a:latin typeface="Consolas"/>
              </a:rPr>
              <a:t>=</a:t>
            </a:r>
            <a:r>
              <a:rPr lang="en-US" dirty="0">
                <a:solidFill>
                  <a:srgbClr val="B5CEA8"/>
                </a:solidFill>
                <a:latin typeface="Consolas"/>
              </a:rPr>
              <a:t>20</a:t>
            </a:r>
            <a:r>
              <a:rPr lang="en-US" dirty="0">
                <a:solidFill>
                  <a:srgbClr val="CCCCCC"/>
                </a:solidFill>
                <a:latin typeface="Consolas"/>
              </a:rPr>
              <a:t>, </a:t>
            </a:r>
            <a:r>
              <a:rPr lang="en-US" dirty="0">
                <a:solidFill>
                  <a:srgbClr val="9CDCFE"/>
                </a:solidFill>
                <a:latin typeface="Consolas"/>
              </a:rPr>
              <a:t>y</a:t>
            </a:r>
            <a:r>
              <a:rPr lang="en-US" dirty="0">
                <a:solidFill>
                  <a:srgbClr val="D4D4D4"/>
                </a:solidFill>
                <a:latin typeface="Consolas"/>
              </a:rPr>
              <a:t>=</a:t>
            </a:r>
            <a:r>
              <a:rPr lang="en-US" dirty="0">
                <a:solidFill>
                  <a:srgbClr val="B5CEA8"/>
                </a:solidFill>
                <a:latin typeface="Consolas"/>
              </a:rPr>
              <a:t>85</a:t>
            </a:r>
            <a:r>
              <a:rPr lang="en-US" dirty="0">
                <a:solidFill>
                  <a:srgbClr val="CCCCCC"/>
                </a:solidFill>
                <a:latin typeface="Consolas"/>
              </a:rPr>
              <a:t>)</a:t>
            </a:r>
            <a:endParaRPr lang="en-US" dirty="0"/>
          </a:p>
          <a:p>
            <a:endParaRPr lang="en-US" dirty="0"/>
          </a:p>
          <a:p>
            <a:r>
              <a:rPr lang="en-US" err="1">
                <a:solidFill>
                  <a:srgbClr val="4EC9B0"/>
                </a:solidFill>
                <a:latin typeface="Consolas"/>
              </a:rPr>
              <a:t>tk</a:t>
            </a:r>
            <a:r>
              <a:rPr lang="en-US" err="1">
                <a:solidFill>
                  <a:srgbClr val="CCCCCC"/>
                </a:solidFill>
                <a:latin typeface="Consolas"/>
              </a:rPr>
              <a:t>.</a:t>
            </a:r>
            <a:r>
              <a:rPr lang="en-US" err="1">
                <a:solidFill>
                  <a:srgbClr val="4EC9B0"/>
                </a:solidFill>
                <a:latin typeface="Consolas"/>
              </a:rPr>
              <a:t>Button</a:t>
            </a:r>
            <a:r>
              <a:rPr lang="en-US" dirty="0">
                <a:solidFill>
                  <a:srgbClr val="CCCCCC"/>
                </a:solidFill>
                <a:latin typeface="Consolas"/>
              </a:rPr>
              <a:t>(</a:t>
            </a:r>
            <a:r>
              <a:rPr lang="en-US" dirty="0">
                <a:solidFill>
                  <a:srgbClr val="9CDCFE"/>
                </a:solidFill>
                <a:latin typeface="Consolas"/>
              </a:rPr>
              <a:t>root</a:t>
            </a:r>
            <a:r>
              <a:rPr lang="en-US" dirty="0">
                <a:solidFill>
                  <a:srgbClr val="CCCCCC"/>
                </a:solidFill>
                <a:latin typeface="Consolas"/>
              </a:rPr>
              <a:t>, </a:t>
            </a:r>
            <a:r>
              <a:rPr lang="en-US" dirty="0">
                <a:solidFill>
                  <a:srgbClr val="9CDCFE"/>
                </a:solidFill>
                <a:latin typeface="Consolas"/>
              </a:rPr>
              <a:t>text</a:t>
            </a:r>
            <a:r>
              <a:rPr lang="en-US" dirty="0">
                <a:solidFill>
                  <a:srgbClr val="D4D4D4"/>
                </a:solidFill>
                <a:latin typeface="Consolas"/>
              </a:rPr>
              <a:t>=</a:t>
            </a:r>
            <a:r>
              <a:rPr lang="en-US" dirty="0">
                <a:solidFill>
                  <a:srgbClr val="CE9178"/>
                </a:solidFill>
                <a:latin typeface="Consolas"/>
              </a:rPr>
              <a:t>"Block"</a:t>
            </a:r>
            <a:r>
              <a:rPr lang="en-US" dirty="0">
                <a:solidFill>
                  <a:srgbClr val="CCCCCC"/>
                </a:solidFill>
                <a:latin typeface="Consolas"/>
              </a:rPr>
              <a:t>, </a:t>
            </a:r>
            <a:r>
              <a:rPr lang="en-US" dirty="0">
                <a:solidFill>
                  <a:srgbClr val="9CDCFE"/>
                </a:solidFill>
                <a:latin typeface="Consolas"/>
              </a:rPr>
              <a:t>font</a:t>
            </a:r>
            <a:r>
              <a:rPr lang="en-US" dirty="0">
                <a:solidFill>
                  <a:srgbClr val="D4D4D4"/>
                </a:solidFill>
                <a:latin typeface="Consolas"/>
              </a:rPr>
              <a:t>=</a:t>
            </a:r>
            <a:r>
              <a:rPr lang="en-US" dirty="0">
                <a:solidFill>
                  <a:srgbClr val="CCCCCC"/>
                </a:solidFill>
                <a:latin typeface="Consolas"/>
              </a:rPr>
              <a:t>(</a:t>
            </a:r>
            <a:r>
              <a:rPr lang="en-US" dirty="0">
                <a:solidFill>
                  <a:srgbClr val="CE9178"/>
                </a:solidFill>
                <a:latin typeface="Consolas"/>
              </a:rPr>
              <a:t>'Arial'</a:t>
            </a:r>
            <a:r>
              <a:rPr lang="en-US" dirty="0">
                <a:solidFill>
                  <a:srgbClr val="CCCCCC"/>
                </a:solidFill>
                <a:latin typeface="Consolas"/>
              </a:rPr>
              <a:t>, </a:t>
            </a:r>
            <a:r>
              <a:rPr lang="en-US" dirty="0">
                <a:solidFill>
                  <a:srgbClr val="B5CEA8"/>
                </a:solidFill>
                <a:latin typeface="Consolas"/>
              </a:rPr>
              <a:t>10</a:t>
            </a:r>
            <a:r>
              <a:rPr lang="en-US" dirty="0">
                <a:solidFill>
                  <a:srgbClr val="CCCCCC"/>
                </a:solidFill>
                <a:latin typeface="Consolas"/>
              </a:rPr>
              <a:t>, </a:t>
            </a:r>
            <a:r>
              <a:rPr lang="en-US" dirty="0">
                <a:solidFill>
                  <a:srgbClr val="CE9178"/>
                </a:solidFill>
                <a:latin typeface="Consolas"/>
              </a:rPr>
              <a:t>'bold'</a:t>
            </a:r>
            <a:r>
              <a:rPr lang="en-US" dirty="0">
                <a:solidFill>
                  <a:srgbClr val="CCCCCC"/>
                </a:solidFill>
                <a:latin typeface="Consolas"/>
              </a:rPr>
              <a:t>), </a:t>
            </a:r>
            <a:r>
              <a:rPr lang="en-US" err="1">
                <a:solidFill>
                  <a:srgbClr val="9CDCFE"/>
                </a:solidFill>
                <a:latin typeface="Consolas"/>
              </a:rPr>
              <a:t>bg</a:t>
            </a:r>
            <a:r>
              <a:rPr lang="en-US" dirty="0">
                <a:solidFill>
                  <a:srgbClr val="D4D4D4"/>
                </a:solidFill>
                <a:latin typeface="Consolas"/>
              </a:rPr>
              <a:t>=</a:t>
            </a:r>
            <a:r>
              <a:rPr lang="en-US" dirty="0">
                <a:solidFill>
                  <a:srgbClr val="CE9178"/>
                </a:solidFill>
                <a:latin typeface="Consolas"/>
              </a:rPr>
              <a:t>"red"</a:t>
            </a:r>
            <a:r>
              <a:rPr lang="en-US" dirty="0">
                <a:solidFill>
                  <a:srgbClr val="CCCCCC"/>
                </a:solidFill>
                <a:latin typeface="Consolas"/>
              </a:rPr>
              <a:t>, </a:t>
            </a:r>
            <a:r>
              <a:rPr lang="en-US" err="1">
                <a:solidFill>
                  <a:srgbClr val="9CDCFE"/>
                </a:solidFill>
                <a:latin typeface="Consolas"/>
              </a:rPr>
              <a:t>fg</a:t>
            </a:r>
            <a:r>
              <a:rPr lang="en-US" dirty="0">
                <a:solidFill>
                  <a:srgbClr val="D4D4D4"/>
                </a:solidFill>
                <a:latin typeface="Consolas"/>
              </a:rPr>
              <a:t>=</a:t>
            </a:r>
            <a:r>
              <a:rPr lang="en-US" dirty="0">
                <a:solidFill>
                  <a:srgbClr val="CE9178"/>
                </a:solidFill>
                <a:latin typeface="Consolas"/>
              </a:rPr>
              <a:t>"white"</a:t>
            </a:r>
            <a:r>
              <a:rPr lang="en-US" dirty="0">
                <a:solidFill>
                  <a:srgbClr val="CCCCCC"/>
                </a:solidFill>
                <a:latin typeface="Consolas"/>
              </a:rPr>
              <a:t>, </a:t>
            </a:r>
            <a:r>
              <a:rPr lang="en-US" dirty="0">
                <a:solidFill>
                  <a:srgbClr val="9CDCFE"/>
                </a:solidFill>
                <a:latin typeface="Consolas"/>
              </a:rPr>
              <a:t>width</a:t>
            </a:r>
            <a:r>
              <a:rPr lang="en-US" dirty="0">
                <a:solidFill>
                  <a:srgbClr val="D4D4D4"/>
                </a:solidFill>
                <a:latin typeface="Consolas"/>
              </a:rPr>
              <a:t>=</a:t>
            </a:r>
            <a:r>
              <a:rPr lang="en-US" dirty="0">
                <a:solidFill>
                  <a:srgbClr val="B5CEA8"/>
                </a:solidFill>
                <a:latin typeface="Consolas"/>
              </a:rPr>
              <a:t>10</a:t>
            </a:r>
            <a:r>
              <a:rPr lang="en-US" dirty="0">
                <a:solidFill>
                  <a:srgbClr val="CCCCCC"/>
                </a:solidFill>
                <a:latin typeface="Consolas"/>
              </a:rPr>
              <a:t>, </a:t>
            </a:r>
            <a:r>
              <a:rPr lang="en-US" dirty="0">
                <a:solidFill>
                  <a:srgbClr val="9CDCFE"/>
                </a:solidFill>
                <a:latin typeface="Consolas"/>
              </a:rPr>
              <a:t>command</a:t>
            </a:r>
            <a:r>
              <a:rPr lang="en-US" dirty="0">
                <a:solidFill>
                  <a:srgbClr val="D4D4D4"/>
                </a:solidFill>
                <a:latin typeface="Consolas"/>
              </a:rPr>
              <a:t>=</a:t>
            </a:r>
            <a:r>
              <a:rPr lang="en-US" dirty="0">
                <a:solidFill>
                  <a:srgbClr val="DCDCAA"/>
                </a:solidFill>
                <a:latin typeface="Consolas"/>
              </a:rPr>
              <a:t>block</a:t>
            </a:r>
            <a:r>
              <a:rPr lang="en-US" dirty="0">
                <a:solidFill>
                  <a:srgbClr val="CCCCCC"/>
                </a:solidFill>
                <a:latin typeface="Consolas"/>
              </a:rPr>
              <a:t>).</a:t>
            </a:r>
            <a:r>
              <a:rPr lang="en-US" dirty="0">
                <a:solidFill>
                  <a:srgbClr val="9CDCFE"/>
                </a:solidFill>
                <a:latin typeface="Consolas"/>
              </a:rPr>
              <a:t>place</a:t>
            </a:r>
            <a:r>
              <a:rPr lang="en-US" dirty="0">
                <a:solidFill>
                  <a:srgbClr val="CCCCCC"/>
                </a:solidFill>
                <a:latin typeface="Consolas"/>
              </a:rPr>
              <a:t>(</a:t>
            </a:r>
            <a:r>
              <a:rPr lang="en-US" dirty="0">
                <a:solidFill>
                  <a:srgbClr val="9CDCFE"/>
                </a:solidFill>
                <a:latin typeface="Consolas"/>
              </a:rPr>
              <a:t>x</a:t>
            </a:r>
            <a:r>
              <a:rPr lang="en-US" dirty="0">
                <a:solidFill>
                  <a:srgbClr val="D4D4D4"/>
                </a:solidFill>
                <a:latin typeface="Consolas"/>
              </a:rPr>
              <a:t>=</a:t>
            </a:r>
            <a:r>
              <a:rPr lang="en-US" dirty="0">
                <a:solidFill>
                  <a:srgbClr val="B5CEA8"/>
                </a:solidFill>
                <a:latin typeface="Consolas"/>
              </a:rPr>
              <a:t>80</a:t>
            </a:r>
            <a:r>
              <a:rPr lang="en-US" dirty="0">
                <a:solidFill>
                  <a:srgbClr val="CCCCCC"/>
                </a:solidFill>
                <a:latin typeface="Consolas"/>
              </a:rPr>
              <a:t>, </a:t>
            </a:r>
            <a:r>
              <a:rPr lang="en-US" dirty="0">
                <a:solidFill>
                  <a:srgbClr val="9CDCFE"/>
                </a:solidFill>
                <a:latin typeface="Consolas"/>
              </a:rPr>
              <a:t>y</a:t>
            </a:r>
            <a:r>
              <a:rPr lang="en-US" dirty="0">
                <a:solidFill>
                  <a:srgbClr val="D4D4D4"/>
                </a:solidFill>
                <a:latin typeface="Consolas"/>
              </a:rPr>
              <a:t>=</a:t>
            </a:r>
            <a:r>
              <a:rPr lang="en-US" dirty="0">
                <a:solidFill>
                  <a:srgbClr val="B5CEA8"/>
                </a:solidFill>
                <a:latin typeface="Consolas"/>
              </a:rPr>
              <a:t>200</a:t>
            </a:r>
            <a:r>
              <a:rPr lang="en-US" dirty="0">
                <a:solidFill>
                  <a:srgbClr val="CCCCCC"/>
                </a:solidFill>
                <a:latin typeface="Consolas"/>
              </a:rPr>
              <a:t>)</a:t>
            </a:r>
            <a:endParaRPr lang="en-US" dirty="0"/>
          </a:p>
          <a:p>
            <a:r>
              <a:rPr lang="en-US" err="1">
                <a:solidFill>
                  <a:srgbClr val="4EC9B0"/>
                </a:solidFill>
                <a:latin typeface="Consolas"/>
              </a:rPr>
              <a:t>tk</a:t>
            </a:r>
            <a:r>
              <a:rPr lang="en-US" err="1">
                <a:solidFill>
                  <a:srgbClr val="CCCCCC"/>
                </a:solidFill>
                <a:latin typeface="Consolas"/>
              </a:rPr>
              <a:t>.</a:t>
            </a:r>
            <a:r>
              <a:rPr lang="en-US" err="1">
                <a:solidFill>
                  <a:srgbClr val="4EC9B0"/>
                </a:solidFill>
                <a:latin typeface="Consolas"/>
              </a:rPr>
              <a:t>Button</a:t>
            </a:r>
            <a:r>
              <a:rPr lang="en-US" dirty="0">
                <a:solidFill>
                  <a:srgbClr val="CCCCCC"/>
                </a:solidFill>
                <a:latin typeface="Consolas"/>
              </a:rPr>
              <a:t>(</a:t>
            </a:r>
            <a:r>
              <a:rPr lang="en-US" dirty="0">
                <a:solidFill>
                  <a:srgbClr val="9CDCFE"/>
                </a:solidFill>
                <a:latin typeface="Consolas"/>
              </a:rPr>
              <a:t>root</a:t>
            </a:r>
            <a:r>
              <a:rPr lang="en-US" dirty="0">
                <a:solidFill>
                  <a:srgbClr val="CCCCCC"/>
                </a:solidFill>
                <a:latin typeface="Consolas"/>
              </a:rPr>
              <a:t>, </a:t>
            </a:r>
            <a:r>
              <a:rPr lang="en-US" dirty="0">
                <a:solidFill>
                  <a:srgbClr val="9CDCFE"/>
                </a:solidFill>
                <a:latin typeface="Consolas"/>
              </a:rPr>
              <a:t>text</a:t>
            </a:r>
            <a:r>
              <a:rPr lang="en-US" dirty="0">
                <a:solidFill>
                  <a:srgbClr val="D4D4D4"/>
                </a:solidFill>
                <a:latin typeface="Consolas"/>
              </a:rPr>
              <a:t>=</a:t>
            </a:r>
            <a:r>
              <a:rPr lang="en-US" dirty="0">
                <a:solidFill>
                  <a:srgbClr val="CE9178"/>
                </a:solidFill>
                <a:latin typeface="Consolas"/>
              </a:rPr>
              <a:t>"Unblock"</a:t>
            </a:r>
            <a:r>
              <a:rPr lang="en-US" dirty="0">
                <a:solidFill>
                  <a:srgbClr val="CCCCCC"/>
                </a:solidFill>
                <a:latin typeface="Consolas"/>
              </a:rPr>
              <a:t>, </a:t>
            </a:r>
            <a:r>
              <a:rPr lang="en-US" dirty="0">
                <a:solidFill>
                  <a:srgbClr val="9CDCFE"/>
                </a:solidFill>
                <a:latin typeface="Consolas"/>
              </a:rPr>
              <a:t>font</a:t>
            </a:r>
            <a:r>
              <a:rPr lang="en-US" dirty="0">
                <a:solidFill>
                  <a:srgbClr val="D4D4D4"/>
                </a:solidFill>
                <a:latin typeface="Consolas"/>
              </a:rPr>
              <a:t>=</a:t>
            </a:r>
            <a:r>
              <a:rPr lang="en-US" dirty="0">
                <a:solidFill>
                  <a:srgbClr val="CCCCCC"/>
                </a:solidFill>
                <a:latin typeface="Consolas"/>
              </a:rPr>
              <a:t>(</a:t>
            </a:r>
            <a:r>
              <a:rPr lang="en-US" dirty="0">
                <a:solidFill>
                  <a:srgbClr val="CE9178"/>
                </a:solidFill>
                <a:latin typeface="Consolas"/>
              </a:rPr>
              <a:t>'Arial'</a:t>
            </a:r>
            <a:r>
              <a:rPr lang="en-US" dirty="0">
                <a:solidFill>
                  <a:srgbClr val="CCCCCC"/>
                </a:solidFill>
                <a:latin typeface="Consolas"/>
              </a:rPr>
              <a:t>, </a:t>
            </a:r>
            <a:r>
              <a:rPr lang="en-US" dirty="0">
                <a:solidFill>
                  <a:srgbClr val="B5CEA8"/>
                </a:solidFill>
                <a:latin typeface="Consolas"/>
              </a:rPr>
              <a:t>10</a:t>
            </a:r>
            <a:r>
              <a:rPr lang="en-US" dirty="0">
                <a:solidFill>
                  <a:srgbClr val="CCCCCC"/>
                </a:solidFill>
                <a:latin typeface="Consolas"/>
              </a:rPr>
              <a:t>, </a:t>
            </a:r>
            <a:r>
              <a:rPr lang="en-US" dirty="0">
                <a:solidFill>
                  <a:srgbClr val="CE9178"/>
                </a:solidFill>
                <a:latin typeface="Consolas"/>
              </a:rPr>
              <a:t>'bold'</a:t>
            </a:r>
            <a:r>
              <a:rPr lang="en-US" dirty="0">
                <a:solidFill>
                  <a:srgbClr val="CCCCCC"/>
                </a:solidFill>
                <a:latin typeface="Consolas"/>
              </a:rPr>
              <a:t>), </a:t>
            </a:r>
            <a:r>
              <a:rPr lang="en-US" err="1">
                <a:solidFill>
                  <a:srgbClr val="9CDCFE"/>
                </a:solidFill>
                <a:latin typeface="Consolas"/>
              </a:rPr>
              <a:t>bg</a:t>
            </a:r>
            <a:r>
              <a:rPr lang="en-US" dirty="0">
                <a:solidFill>
                  <a:srgbClr val="D4D4D4"/>
                </a:solidFill>
                <a:latin typeface="Consolas"/>
              </a:rPr>
              <a:t>=</a:t>
            </a:r>
            <a:r>
              <a:rPr lang="en-US" dirty="0">
                <a:solidFill>
                  <a:srgbClr val="CE9178"/>
                </a:solidFill>
                <a:latin typeface="Consolas"/>
              </a:rPr>
              <a:t>"green"</a:t>
            </a:r>
            <a:r>
              <a:rPr lang="en-US" dirty="0">
                <a:solidFill>
                  <a:srgbClr val="CCCCCC"/>
                </a:solidFill>
                <a:latin typeface="Consolas"/>
              </a:rPr>
              <a:t>, </a:t>
            </a:r>
            <a:r>
              <a:rPr lang="en-US" err="1">
                <a:solidFill>
                  <a:srgbClr val="9CDCFE"/>
                </a:solidFill>
                <a:latin typeface="Consolas"/>
              </a:rPr>
              <a:t>fg</a:t>
            </a:r>
            <a:r>
              <a:rPr lang="en-US" dirty="0">
                <a:solidFill>
                  <a:srgbClr val="D4D4D4"/>
                </a:solidFill>
                <a:latin typeface="Consolas"/>
              </a:rPr>
              <a:t>=</a:t>
            </a:r>
            <a:r>
              <a:rPr lang="en-US" dirty="0">
                <a:solidFill>
                  <a:srgbClr val="CE9178"/>
                </a:solidFill>
                <a:latin typeface="Consolas"/>
              </a:rPr>
              <a:t>"white"</a:t>
            </a:r>
            <a:r>
              <a:rPr lang="en-US" dirty="0">
                <a:solidFill>
                  <a:srgbClr val="CCCCCC"/>
                </a:solidFill>
                <a:latin typeface="Consolas"/>
              </a:rPr>
              <a:t>, </a:t>
            </a:r>
            <a:r>
              <a:rPr lang="en-US" dirty="0">
                <a:solidFill>
                  <a:srgbClr val="9CDCFE"/>
                </a:solidFill>
                <a:latin typeface="Consolas"/>
              </a:rPr>
              <a:t>width</a:t>
            </a:r>
            <a:r>
              <a:rPr lang="en-US" dirty="0">
                <a:solidFill>
                  <a:srgbClr val="D4D4D4"/>
                </a:solidFill>
                <a:latin typeface="Consolas"/>
              </a:rPr>
              <a:t>=</a:t>
            </a:r>
            <a:r>
              <a:rPr lang="en-US" dirty="0">
                <a:solidFill>
                  <a:srgbClr val="B5CEA8"/>
                </a:solidFill>
                <a:latin typeface="Consolas"/>
              </a:rPr>
              <a:t>10</a:t>
            </a:r>
            <a:r>
              <a:rPr lang="en-US" dirty="0">
                <a:solidFill>
                  <a:srgbClr val="CCCCCC"/>
                </a:solidFill>
                <a:latin typeface="Consolas"/>
              </a:rPr>
              <a:t>, </a:t>
            </a:r>
            <a:r>
              <a:rPr lang="en-US" dirty="0">
                <a:solidFill>
                  <a:srgbClr val="9CDCFE"/>
                </a:solidFill>
                <a:latin typeface="Consolas"/>
              </a:rPr>
              <a:t>command</a:t>
            </a:r>
            <a:r>
              <a:rPr lang="en-US" dirty="0">
                <a:solidFill>
                  <a:srgbClr val="D4D4D4"/>
                </a:solidFill>
                <a:latin typeface="Consolas"/>
              </a:rPr>
              <a:t>=</a:t>
            </a:r>
            <a:r>
              <a:rPr lang="en-US" dirty="0">
                <a:solidFill>
                  <a:srgbClr val="DCDCAA"/>
                </a:solidFill>
                <a:latin typeface="Consolas"/>
              </a:rPr>
              <a:t>unblock</a:t>
            </a:r>
            <a:r>
              <a:rPr lang="en-US" dirty="0">
                <a:solidFill>
                  <a:srgbClr val="CCCCCC"/>
                </a:solidFill>
                <a:latin typeface="Consolas"/>
              </a:rPr>
              <a:t>).</a:t>
            </a:r>
            <a:r>
              <a:rPr lang="en-US" dirty="0">
                <a:solidFill>
                  <a:srgbClr val="9CDCFE"/>
                </a:solidFill>
                <a:latin typeface="Consolas"/>
              </a:rPr>
              <a:t>place</a:t>
            </a:r>
            <a:r>
              <a:rPr lang="en-US" dirty="0">
                <a:solidFill>
                  <a:srgbClr val="CCCCCC"/>
                </a:solidFill>
                <a:latin typeface="Consolas"/>
              </a:rPr>
              <a:t>(</a:t>
            </a:r>
            <a:r>
              <a:rPr lang="en-US" dirty="0">
                <a:solidFill>
                  <a:srgbClr val="9CDCFE"/>
                </a:solidFill>
                <a:latin typeface="Consolas"/>
              </a:rPr>
              <a:t>x</a:t>
            </a:r>
            <a:r>
              <a:rPr lang="en-US" dirty="0">
                <a:solidFill>
                  <a:srgbClr val="D4D4D4"/>
                </a:solidFill>
                <a:latin typeface="Consolas"/>
              </a:rPr>
              <a:t>=</a:t>
            </a:r>
            <a:r>
              <a:rPr lang="en-US" dirty="0">
                <a:solidFill>
                  <a:srgbClr val="B5CEA8"/>
                </a:solidFill>
                <a:latin typeface="Consolas"/>
              </a:rPr>
              <a:t>220</a:t>
            </a:r>
            <a:r>
              <a:rPr lang="en-US" dirty="0">
                <a:solidFill>
                  <a:srgbClr val="CCCCCC"/>
                </a:solidFill>
                <a:latin typeface="Consolas"/>
              </a:rPr>
              <a:t>, </a:t>
            </a:r>
            <a:r>
              <a:rPr lang="en-US" dirty="0">
                <a:solidFill>
                  <a:srgbClr val="9CDCFE"/>
                </a:solidFill>
                <a:latin typeface="Consolas"/>
              </a:rPr>
              <a:t>y</a:t>
            </a:r>
            <a:r>
              <a:rPr lang="en-US" dirty="0">
                <a:solidFill>
                  <a:srgbClr val="D4D4D4"/>
                </a:solidFill>
                <a:latin typeface="Consolas"/>
              </a:rPr>
              <a:t>=</a:t>
            </a:r>
            <a:r>
              <a:rPr lang="en-US" dirty="0">
                <a:solidFill>
                  <a:srgbClr val="B5CEA8"/>
                </a:solidFill>
                <a:latin typeface="Consolas"/>
              </a:rPr>
              <a:t>200</a:t>
            </a:r>
            <a:r>
              <a:rPr lang="en-US" dirty="0">
                <a:solidFill>
                  <a:srgbClr val="CCCCCC"/>
                </a:solidFill>
                <a:latin typeface="Consolas"/>
              </a:rPr>
              <a:t>)</a:t>
            </a:r>
            <a:endParaRPr lang="en-US" dirty="0"/>
          </a:p>
          <a:p>
            <a:r>
              <a:rPr lang="en-US" err="1">
                <a:solidFill>
                  <a:srgbClr val="9CDCFE"/>
                </a:solidFill>
                <a:latin typeface="Consolas"/>
              </a:rPr>
              <a:t>root</a:t>
            </a:r>
            <a:r>
              <a:rPr lang="en-US" err="1">
                <a:solidFill>
                  <a:srgbClr val="CCCCCC"/>
                </a:solidFill>
                <a:latin typeface="Consolas"/>
              </a:rPr>
              <a:t>.</a:t>
            </a:r>
            <a:r>
              <a:rPr lang="en-US" err="1">
                <a:solidFill>
                  <a:srgbClr val="DCDCAA"/>
                </a:solidFill>
                <a:latin typeface="Consolas"/>
              </a:rPr>
              <a:t>mainloop</a:t>
            </a:r>
            <a:r>
              <a:rPr lang="en-US" dirty="0">
                <a:solidFill>
                  <a:srgbClr val="CCCCCC"/>
                </a:solidFill>
                <a:latin typeface="Consolas"/>
              </a:rPr>
              <a:t>()</a:t>
            </a:r>
            <a:endParaRPr lang="en-US" dirty="0"/>
          </a:p>
          <a:p>
            <a:endParaRPr lang="en-US" sz="1100" dirty="0">
              <a:solidFill>
                <a:srgbClr val="6A9955"/>
              </a:solidFill>
              <a:latin typeface="Consolas"/>
            </a:endParaRPr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9A0CF1-3FB8-0BFD-E649-D92B0338172A}"/>
              </a:ext>
            </a:extLst>
          </p:cNvPr>
          <p:cNvSpPr txBox="1"/>
          <p:nvPr/>
        </p:nvSpPr>
        <p:spPr>
          <a:xfrm>
            <a:off x="417418" y="358421"/>
            <a:ext cx="10818213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CREATING GUI WINDOW USING TINKER LIBRARY</a:t>
            </a:r>
          </a:p>
        </p:txBody>
      </p:sp>
    </p:spTree>
    <p:extLst>
      <p:ext uri="{BB962C8B-B14F-4D97-AF65-F5344CB8AC3E}">
        <p14:creationId xmlns:p14="http://schemas.microsoft.com/office/powerpoint/2010/main" val="9817857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D136CA-E4B6-ED28-3BAB-89C75557C7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A70A799-480A-144D-638A-BA62F227C0BD}"/>
              </a:ext>
            </a:extLst>
          </p:cNvPr>
          <p:cNvSpPr/>
          <p:nvPr/>
        </p:nvSpPr>
        <p:spPr>
          <a:xfrm>
            <a:off x="34135" y="170676"/>
            <a:ext cx="10240594" cy="179210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blue and white logo&#10;&#10;AI-generated content may be incorrect.">
            <a:extLst>
              <a:ext uri="{FF2B5EF4-FFF2-40B4-BE49-F238E27FC236}">
                <a16:creationId xmlns:a16="http://schemas.microsoft.com/office/drawing/2014/main" id="{07B752BE-AD0C-53B7-0910-12C9AC504F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1881" y="-3023"/>
            <a:ext cx="1905000" cy="1905000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8D9B7F4-2BD9-EB36-26C9-1F70B5163610}"/>
              </a:ext>
            </a:extLst>
          </p:cNvPr>
          <p:cNvSpPr/>
          <p:nvPr/>
        </p:nvSpPr>
        <p:spPr>
          <a:xfrm>
            <a:off x="398335" y="166376"/>
            <a:ext cx="9489617" cy="14507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0" dirty="0"/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D5DA989-87FE-8C6C-A00A-87DB5339AD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206" y="1964645"/>
            <a:ext cx="6225873" cy="470671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B6B97C0-1950-5AD3-07F6-A7D167E41B3D}"/>
              </a:ext>
            </a:extLst>
          </p:cNvPr>
          <p:cNvSpPr txBox="1"/>
          <p:nvPr/>
        </p:nvSpPr>
        <p:spPr>
          <a:xfrm>
            <a:off x="870450" y="341353"/>
            <a:ext cx="10492049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6000" dirty="0">
                <a:solidFill>
                  <a:schemeClr val="bg1"/>
                </a:solidFill>
              </a:rPr>
              <a:t>GUI WINDOW FOR OUTPUT</a:t>
            </a:r>
          </a:p>
        </p:txBody>
      </p:sp>
    </p:spTree>
    <p:extLst>
      <p:ext uri="{BB962C8B-B14F-4D97-AF65-F5344CB8AC3E}">
        <p14:creationId xmlns:p14="http://schemas.microsoft.com/office/powerpoint/2010/main" val="12871051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AE0E15-D5AC-2A0B-952C-830F622D6F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F47F244-1EC8-3F18-B0F6-07D8C33DF074}"/>
              </a:ext>
            </a:extLst>
          </p:cNvPr>
          <p:cNvSpPr/>
          <p:nvPr/>
        </p:nvSpPr>
        <p:spPr>
          <a:xfrm>
            <a:off x="34135" y="170676"/>
            <a:ext cx="10240594" cy="179210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blue and white logo&#10;&#10;AI-generated content may be incorrect.">
            <a:extLst>
              <a:ext uri="{FF2B5EF4-FFF2-40B4-BE49-F238E27FC236}">
                <a16:creationId xmlns:a16="http://schemas.microsoft.com/office/drawing/2014/main" id="{3B733079-CD58-B55F-B373-31668BF113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1881" y="-3023"/>
            <a:ext cx="1905000" cy="1905000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D0E4915-36C6-A9B8-0EF7-45314257BAA6}"/>
              </a:ext>
            </a:extLst>
          </p:cNvPr>
          <p:cNvSpPr/>
          <p:nvPr/>
        </p:nvSpPr>
        <p:spPr>
          <a:xfrm>
            <a:off x="398335" y="166376"/>
            <a:ext cx="9489617" cy="14507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0" dirty="0"/>
          </a:p>
        </p:txBody>
      </p:sp>
      <p:pic>
        <p:nvPicPr>
          <p:cNvPr id="5" name="Picture 4" descr="A computer screen shot of a computer&#10;&#10;AI-generated content may be incorrect.">
            <a:extLst>
              <a:ext uri="{FF2B5EF4-FFF2-40B4-BE49-F238E27FC236}">
                <a16:creationId xmlns:a16="http://schemas.microsoft.com/office/drawing/2014/main" id="{AFDDDD37-6BFE-6A1F-9A30-514648BBDF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761" y="0"/>
            <a:ext cx="1182847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21429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A6DBC2-048E-E5AC-0E40-975B5EDBB1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0E4B970-EA79-3CA2-694A-FD04CA58FDC6}"/>
              </a:ext>
            </a:extLst>
          </p:cNvPr>
          <p:cNvSpPr/>
          <p:nvPr/>
        </p:nvSpPr>
        <p:spPr>
          <a:xfrm>
            <a:off x="34135" y="170676"/>
            <a:ext cx="10240594" cy="179210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blue and white logo&#10;&#10;AI-generated content may be incorrect.">
            <a:extLst>
              <a:ext uri="{FF2B5EF4-FFF2-40B4-BE49-F238E27FC236}">
                <a16:creationId xmlns:a16="http://schemas.microsoft.com/office/drawing/2014/main" id="{2FB684EA-94BA-A35B-D647-AF20263046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1881" y="-3023"/>
            <a:ext cx="1905000" cy="1905000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8B7BC7F-C27D-1AB6-51E5-5FAAE1BA133E}"/>
              </a:ext>
            </a:extLst>
          </p:cNvPr>
          <p:cNvSpPr/>
          <p:nvPr/>
        </p:nvSpPr>
        <p:spPr>
          <a:xfrm>
            <a:off x="398335" y="166376"/>
            <a:ext cx="9489617" cy="14507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0" dirty="0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A0AA581-802C-2FBD-3E8E-4DF0E650BF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2405" y="1959429"/>
            <a:ext cx="5712047" cy="4027715"/>
          </a:xfrm>
          <a:prstGeom prst="rect">
            <a:avLst/>
          </a:prstGeom>
        </p:spPr>
      </p:pic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2B411B9-37A6-C288-1914-6AA3D8B4A6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667" y="2080220"/>
            <a:ext cx="5297715" cy="378613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269A730-1FC5-3179-CEFC-4593953D6FFC}"/>
              </a:ext>
            </a:extLst>
          </p:cNvPr>
          <p:cNvSpPr txBox="1"/>
          <p:nvPr/>
        </p:nvSpPr>
        <p:spPr>
          <a:xfrm>
            <a:off x="487703" y="558932"/>
            <a:ext cx="11214670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Websites before and after unblocking</a:t>
            </a:r>
          </a:p>
        </p:txBody>
      </p:sp>
    </p:spTree>
    <p:extLst>
      <p:ext uri="{BB962C8B-B14F-4D97-AF65-F5344CB8AC3E}">
        <p14:creationId xmlns:p14="http://schemas.microsoft.com/office/powerpoint/2010/main" val="42639868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2AEF8A-7957-57CE-A6CA-2B735D4420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A19E8BB-9AA2-275E-41BF-F8CDC798CE9B}"/>
              </a:ext>
            </a:extLst>
          </p:cNvPr>
          <p:cNvSpPr/>
          <p:nvPr/>
        </p:nvSpPr>
        <p:spPr>
          <a:xfrm>
            <a:off x="34135" y="170676"/>
            <a:ext cx="10240594" cy="179210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blue and white logo&#10;&#10;AI-generated content may be incorrect.">
            <a:extLst>
              <a:ext uri="{FF2B5EF4-FFF2-40B4-BE49-F238E27FC236}">
                <a16:creationId xmlns:a16="http://schemas.microsoft.com/office/drawing/2014/main" id="{74A528EC-3A01-FD7F-33C9-D231FDA99B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1881" y="-3023"/>
            <a:ext cx="1905000" cy="1905000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D85045A-D002-A705-A98A-6B164635857F}"/>
              </a:ext>
            </a:extLst>
          </p:cNvPr>
          <p:cNvSpPr/>
          <p:nvPr/>
        </p:nvSpPr>
        <p:spPr>
          <a:xfrm>
            <a:off x="398335" y="166376"/>
            <a:ext cx="9489617" cy="14507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23E073-69C9-A8F9-5903-6D28DB632F7F}"/>
              </a:ext>
            </a:extLst>
          </p:cNvPr>
          <p:cNvSpPr txBox="1"/>
          <p:nvPr/>
        </p:nvSpPr>
        <p:spPr>
          <a:xfrm>
            <a:off x="682706" y="426691"/>
            <a:ext cx="8129318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7200" dirty="0">
                <a:solidFill>
                  <a:schemeClr val="bg1"/>
                </a:solidFill>
              </a:rPr>
              <a:t>CONCLUSION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D29E9A-4E4C-757A-C4E4-6DCD267E9D5B}"/>
              </a:ext>
            </a:extLst>
          </p:cNvPr>
          <p:cNvSpPr txBox="1"/>
          <p:nvPr/>
        </p:nvSpPr>
        <p:spPr>
          <a:xfrm>
            <a:off x="819247" y="2031051"/>
            <a:ext cx="8277814" cy="480131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ea typeface="+mn-lt"/>
                <a:cs typeface="+mn-lt"/>
              </a:rPr>
              <a:t>This project successfully demonstrates how Python can be used to develop a practical utility to block distracting websites.</a:t>
            </a:r>
          </a:p>
          <a:p>
            <a:r>
              <a:rPr lang="en-US" sz="3600" dirty="0">
                <a:solidFill>
                  <a:schemeClr val="accent1"/>
                </a:solidFill>
                <a:ea typeface="+mn-lt"/>
                <a:cs typeface="+mn-lt"/>
              </a:rPr>
              <a:t> It simplifies a system-level operation through a user-friendly interface, making it accessible even to non-technical users.</a:t>
            </a:r>
            <a:endParaRPr lang="en-US" sz="3600" dirty="0">
              <a:solidFill>
                <a:schemeClr val="accent1"/>
              </a:solidFill>
            </a:endParaRPr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33025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F85EF9-883C-DC37-88F7-D7435B9EA0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7926C6E-8499-1C0A-25B2-9FE7C4AAF21D}"/>
              </a:ext>
            </a:extLst>
          </p:cNvPr>
          <p:cNvSpPr/>
          <p:nvPr/>
        </p:nvSpPr>
        <p:spPr>
          <a:xfrm>
            <a:off x="34135" y="170676"/>
            <a:ext cx="10240594" cy="179210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blue and white logo&#10;&#10;AI-generated content may be incorrect.">
            <a:extLst>
              <a:ext uri="{FF2B5EF4-FFF2-40B4-BE49-F238E27FC236}">
                <a16:creationId xmlns:a16="http://schemas.microsoft.com/office/drawing/2014/main" id="{0F2F44F7-B31C-8C8A-D4ED-CEB56F974D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1881" y="-3023"/>
            <a:ext cx="1905000" cy="1905000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2080643-3187-5574-1B66-55307F48B6FA}"/>
              </a:ext>
            </a:extLst>
          </p:cNvPr>
          <p:cNvSpPr/>
          <p:nvPr/>
        </p:nvSpPr>
        <p:spPr>
          <a:xfrm>
            <a:off x="398335" y="166376"/>
            <a:ext cx="9489617" cy="14507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C924DE-FD4E-764B-7CF3-ACE4D4EAF838}"/>
              </a:ext>
            </a:extLst>
          </p:cNvPr>
          <p:cNvSpPr txBox="1"/>
          <p:nvPr/>
        </p:nvSpPr>
        <p:spPr>
          <a:xfrm>
            <a:off x="921653" y="494961"/>
            <a:ext cx="8571740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7200" dirty="0">
                <a:solidFill>
                  <a:schemeClr val="bg1"/>
                </a:solidFill>
              </a:rPr>
              <a:t>REFERENCES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DC51FA-E6DF-4ABF-9123-3BF82DD54EC9}"/>
              </a:ext>
            </a:extLst>
          </p:cNvPr>
          <p:cNvSpPr txBox="1"/>
          <p:nvPr/>
        </p:nvSpPr>
        <p:spPr>
          <a:xfrm>
            <a:off x="682706" y="2269998"/>
            <a:ext cx="10200821" cy="36933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3600">
                <a:ea typeface="+mn-lt"/>
                <a:cs typeface="+mn-lt"/>
              </a:rPr>
              <a:t>Medium: </a:t>
            </a:r>
            <a:r>
              <a:rPr lang="en-US" sz="3600" dirty="0">
                <a:ea typeface="+mn-lt"/>
                <a:cs typeface="+mn-lt"/>
                <a:hlinkClick r:id="rId3"/>
              </a:rPr>
              <a:t>https://medium.com/dataflair/python-website-blocker-control-your-web-access-39ebc82e948d</a:t>
            </a:r>
            <a:endParaRPr lang="en-US" sz="3600"/>
          </a:p>
          <a:p>
            <a:pPr marL="285750" indent="-285750">
              <a:buFont typeface="Arial"/>
              <a:buChar char="•"/>
            </a:pPr>
            <a:r>
              <a:rPr lang="en-US" sz="3600">
                <a:ea typeface="+mn-lt"/>
                <a:cs typeface="+mn-lt"/>
              </a:rPr>
              <a:t>Python Documentation: </a:t>
            </a:r>
            <a:r>
              <a:rPr lang="en-US" sz="3600" dirty="0">
                <a:ea typeface="+mn-lt"/>
                <a:cs typeface="+mn-lt"/>
                <a:hlinkClick r:id="rId4"/>
              </a:rPr>
              <a:t>https://docs.python.org</a:t>
            </a:r>
            <a:endParaRPr lang="en-US" sz="3600"/>
          </a:p>
          <a:p>
            <a:pPr marL="285750" indent="-285750">
              <a:buFont typeface="Arial"/>
              <a:buChar char="•"/>
            </a:pPr>
            <a:r>
              <a:rPr lang="en-US" sz="3600" err="1">
                <a:ea typeface="+mn-lt"/>
                <a:cs typeface="+mn-lt"/>
              </a:rPr>
              <a:t>Tkinter</a:t>
            </a:r>
            <a:r>
              <a:rPr lang="en-US" sz="3600">
                <a:ea typeface="+mn-lt"/>
                <a:cs typeface="+mn-lt"/>
              </a:rPr>
              <a:t> Docs: </a:t>
            </a:r>
            <a:r>
              <a:rPr lang="en-US" sz="3600" dirty="0">
                <a:ea typeface="+mn-lt"/>
                <a:cs typeface="+mn-lt"/>
                <a:hlinkClick r:id="rId5"/>
              </a:rPr>
              <a:t>https://docs.python.org/3/library/tkinter.html</a:t>
            </a:r>
            <a:endParaRPr lang="en-US" sz="3600"/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47690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DashVTI">
  <a:themeElements>
    <a:clrScheme name="DashVTI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DashVTI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Dash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E0E31462-65AE-4087-9B94-B3347EE711B2}" vid="{CA8B31CB-369F-4872-A917-A9EAAF91827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1013</Words>
  <Application>Microsoft Office PowerPoint</Application>
  <PresentationFormat>Widescreen</PresentationFormat>
  <Paragraphs>115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23" baseType="lpstr">
      <vt:lpstr>Aptos</vt:lpstr>
      <vt:lpstr>Aptos Display</vt:lpstr>
      <vt:lpstr>Arial</vt:lpstr>
      <vt:lpstr>Cambria</vt:lpstr>
      <vt:lpstr>Consolas</vt:lpstr>
      <vt:lpstr>Grandview Display</vt:lpstr>
      <vt:lpstr>Times New Roman</vt:lpstr>
      <vt:lpstr>Office Theme</vt:lpstr>
      <vt:lpstr>DashVTI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pothireddybhavyasri@gmail.com</dc:creator>
  <cp:lastModifiedBy>pothireddybhavyasri@gmail.com</cp:lastModifiedBy>
  <cp:revision>1</cp:revision>
  <dcterms:created xsi:type="dcterms:W3CDTF">2025-07-04T15:19:55Z</dcterms:created>
  <dcterms:modified xsi:type="dcterms:W3CDTF">2025-07-04T15:25:56Z</dcterms:modified>
</cp:coreProperties>
</file>